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7000" b="1" i="0">
                <a:solidFill>
                  <a:schemeClr val="bg1"/>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1800" b="1"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7" cy="10286998"/>
          </a:xfrm>
          <a:prstGeom prst="rect">
            <a:avLst/>
          </a:prstGeom>
        </p:spPr>
      </p:pic>
      <p:sp>
        <p:nvSpPr>
          <p:cNvPr id="2" name="Holder 2"/>
          <p:cNvSpPr>
            <a:spLocks noGrp="1"/>
          </p:cNvSpPr>
          <p:nvPr>
            <p:ph type="title"/>
          </p:nvPr>
        </p:nvSpPr>
        <p:spPr/>
        <p:txBody>
          <a:bodyPr lIns="0" tIns="0" rIns="0" bIns="0"/>
          <a:lstStyle>
            <a:lvl1pPr>
              <a:defRPr sz="70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1"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7" cy="10286998"/>
          </a:xfrm>
          <a:prstGeom prst="rect">
            <a:avLst/>
          </a:prstGeom>
        </p:spPr>
      </p:pic>
      <p:pic>
        <p:nvPicPr>
          <p:cNvPr id="17" name="bg object 17"/>
          <p:cNvPicPr/>
          <p:nvPr/>
        </p:nvPicPr>
        <p:blipFill>
          <a:blip r:embed="rId3" cstate="print"/>
          <a:stretch>
            <a:fillRect/>
          </a:stretch>
        </p:blipFill>
        <p:spPr>
          <a:xfrm>
            <a:off x="0" y="6101355"/>
            <a:ext cx="18288000" cy="4185643"/>
          </a:xfrm>
          <a:prstGeom prst="rect">
            <a:avLst/>
          </a:prstGeom>
        </p:spPr>
      </p:pic>
      <p:sp>
        <p:nvSpPr>
          <p:cNvPr id="18" name="bg object 18"/>
          <p:cNvSpPr/>
          <p:nvPr/>
        </p:nvSpPr>
        <p:spPr>
          <a:xfrm>
            <a:off x="0" y="6101355"/>
            <a:ext cx="18288000" cy="19050"/>
          </a:xfrm>
          <a:custGeom>
            <a:avLst/>
            <a:gdLst/>
            <a:ahLst/>
            <a:cxnLst/>
            <a:rect l="l" t="t" r="r" b="b"/>
            <a:pathLst>
              <a:path w="18288000" h="19050">
                <a:moveTo>
                  <a:pt x="0" y="18619"/>
                </a:moveTo>
                <a:lnTo>
                  <a:pt x="24448" y="13224"/>
                </a:lnTo>
                <a:lnTo>
                  <a:pt x="70955" y="5936"/>
                </a:lnTo>
                <a:lnTo>
                  <a:pt x="118347" y="1499"/>
                </a:lnTo>
                <a:lnTo>
                  <a:pt x="166536" y="0"/>
                </a:lnTo>
                <a:lnTo>
                  <a:pt x="18121317" y="0"/>
                </a:lnTo>
                <a:lnTo>
                  <a:pt x="18169506" y="1499"/>
                </a:lnTo>
                <a:lnTo>
                  <a:pt x="18216898" y="5936"/>
                </a:lnTo>
                <a:lnTo>
                  <a:pt x="18263405" y="13223"/>
                </a:lnTo>
                <a:lnTo>
                  <a:pt x="18287999" y="18651"/>
                </a:lnTo>
              </a:path>
            </a:pathLst>
          </a:custGeom>
          <a:ln w="647699">
            <a:solidFill>
              <a:srgbClr val="000000"/>
            </a:solidFill>
          </a:ln>
        </p:spPr>
        <p:txBody>
          <a:bodyPr wrap="square" lIns="0" tIns="0" rIns="0" bIns="0" rtlCol="0"/>
          <a:lstStyle/>
          <a:p>
            <a:endParaRPr/>
          </a:p>
        </p:txBody>
      </p:sp>
      <p:pic>
        <p:nvPicPr>
          <p:cNvPr id="19" name="bg object 19"/>
          <p:cNvPicPr/>
          <p:nvPr/>
        </p:nvPicPr>
        <p:blipFill>
          <a:blip r:embed="rId4" cstate="print"/>
          <a:stretch>
            <a:fillRect/>
          </a:stretch>
        </p:blipFill>
        <p:spPr>
          <a:xfrm>
            <a:off x="503492" y="1644595"/>
            <a:ext cx="8640507" cy="3973730"/>
          </a:xfrm>
          <a:prstGeom prst="rect">
            <a:avLst/>
          </a:prstGeom>
        </p:spPr>
      </p:pic>
      <p:pic>
        <p:nvPicPr>
          <p:cNvPr id="20" name="bg object 20"/>
          <p:cNvPicPr/>
          <p:nvPr/>
        </p:nvPicPr>
        <p:blipFill>
          <a:blip r:embed="rId5" cstate="print"/>
          <a:stretch>
            <a:fillRect/>
          </a:stretch>
        </p:blipFill>
        <p:spPr>
          <a:xfrm>
            <a:off x="9516056" y="1644595"/>
            <a:ext cx="8254035" cy="3973336"/>
          </a:xfrm>
          <a:prstGeom prst="rect">
            <a:avLst/>
          </a:prstGeom>
        </p:spPr>
      </p:pic>
      <p:pic>
        <p:nvPicPr>
          <p:cNvPr id="21" name="bg object 21"/>
          <p:cNvPicPr/>
          <p:nvPr/>
        </p:nvPicPr>
        <p:blipFill>
          <a:blip r:embed="rId6" cstate="print"/>
          <a:stretch>
            <a:fillRect/>
          </a:stretch>
        </p:blipFill>
        <p:spPr>
          <a:xfrm>
            <a:off x="9706556" y="1890876"/>
            <a:ext cx="85725" cy="85724"/>
          </a:xfrm>
          <a:prstGeom prst="rect">
            <a:avLst/>
          </a:prstGeom>
        </p:spPr>
      </p:pic>
      <p:pic>
        <p:nvPicPr>
          <p:cNvPr id="22" name="bg object 22"/>
          <p:cNvPicPr/>
          <p:nvPr/>
        </p:nvPicPr>
        <p:blipFill>
          <a:blip r:embed="rId6" cstate="print"/>
          <a:stretch>
            <a:fillRect/>
          </a:stretch>
        </p:blipFill>
        <p:spPr>
          <a:xfrm>
            <a:off x="9706556" y="2948151"/>
            <a:ext cx="85725" cy="85724"/>
          </a:xfrm>
          <a:prstGeom prst="rect">
            <a:avLst/>
          </a:prstGeom>
        </p:spPr>
      </p:pic>
      <p:pic>
        <p:nvPicPr>
          <p:cNvPr id="23" name="bg object 23"/>
          <p:cNvPicPr/>
          <p:nvPr/>
        </p:nvPicPr>
        <p:blipFill>
          <a:blip r:embed="rId6" cstate="print"/>
          <a:stretch>
            <a:fillRect/>
          </a:stretch>
        </p:blipFill>
        <p:spPr>
          <a:xfrm>
            <a:off x="9706556" y="3653001"/>
            <a:ext cx="85725" cy="85724"/>
          </a:xfrm>
          <a:prstGeom prst="rect">
            <a:avLst/>
          </a:prstGeom>
        </p:spPr>
      </p:pic>
      <p:pic>
        <p:nvPicPr>
          <p:cNvPr id="24" name="bg object 24"/>
          <p:cNvPicPr/>
          <p:nvPr/>
        </p:nvPicPr>
        <p:blipFill>
          <a:blip r:embed="rId6" cstate="print"/>
          <a:stretch>
            <a:fillRect/>
          </a:stretch>
        </p:blipFill>
        <p:spPr>
          <a:xfrm>
            <a:off x="9706556" y="4710276"/>
            <a:ext cx="85725" cy="85724"/>
          </a:xfrm>
          <a:prstGeom prst="rect">
            <a:avLst/>
          </a:prstGeom>
        </p:spPr>
      </p:pic>
      <p:sp>
        <p:nvSpPr>
          <p:cNvPr id="2" name="Holder 2"/>
          <p:cNvSpPr>
            <a:spLocks noGrp="1"/>
          </p:cNvSpPr>
          <p:nvPr>
            <p:ph type="title"/>
          </p:nvPr>
        </p:nvSpPr>
        <p:spPr/>
        <p:txBody>
          <a:bodyPr lIns="0" tIns="0" rIns="0" bIns="0"/>
          <a:lstStyle>
            <a:lvl1pPr>
              <a:defRPr sz="7000" b="1" i="0">
                <a:solidFill>
                  <a:schemeClr val="bg1"/>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9" cy="10286999"/>
          </a:xfrm>
          <a:prstGeom prst="rect">
            <a:avLst/>
          </a:prstGeom>
        </p:spPr>
      </p:pic>
      <p:pic>
        <p:nvPicPr>
          <p:cNvPr id="17" name="bg object 17"/>
          <p:cNvPicPr/>
          <p:nvPr/>
        </p:nvPicPr>
        <p:blipFill>
          <a:blip r:embed="rId3" cstate="print"/>
          <a:stretch>
            <a:fillRect/>
          </a:stretch>
        </p:blipFill>
        <p:spPr>
          <a:xfrm>
            <a:off x="0" y="0"/>
            <a:ext cx="18283536" cy="10287000"/>
          </a:xfrm>
          <a:prstGeom prst="rect">
            <a:avLst/>
          </a:prstGeom>
        </p:spPr>
      </p:pic>
      <p:pic>
        <p:nvPicPr>
          <p:cNvPr id="18" name="bg object 18"/>
          <p:cNvPicPr/>
          <p:nvPr/>
        </p:nvPicPr>
        <p:blipFill>
          <a:blip r:embed="rId4" cstate="print"/>
          <a:stretch>
            <a:fillRect/>
          </a:stretch>
        </p:blipFill>
        <p:spPr>
          <a:xfrm>
            <a:off x="5842688" y="2165933"/>
            <a:ext cx="6602203" cy="6591299"/>
          </a:xfrm>
          <a:prstGeom prst="rect">
            <a:avLst/>
          </a:prstGeom>
        </p:spPr>
      </p:pic>
      <p:sp>
        <p:nvSpPr>
          <p:cNvPr id="2" name="Holder 2"/>
          <p:cNvSpPr>
            <a:spLocks noGrp="1"/>
          </p:cNvSpPr>
          <p:nvPr>
            <p:ph type="title"/>
          </p:nvPr>
        </p:nvSpPr>
        <p:spPr/>
        <p:txBody>
          <a:bodyPr lIns="0" tIns="0" rIns="0" bIns="0"/>
          <a:lstStyle>
            <a:lvl1pPr>
              <a:defRPr sz="70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9" cy="102869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29205" y="179811"/>
            <a:ext cx="9937750" cy="1097280"/>
          </a:xfrm>
          <a:prstGeom prst="rect">
            <a:avLst/>
          </a:prstGeom>
        </p:spPr>
        <p:txBody>
          <a:bodyPr wrap="square" lIns="0" tIns="0" rIns="0" bIns="0">
            <a:spAutoFit/>
          </a:bodyPr>
          <a:lstStyle>
            <a:lvl1pPr>
              <a:defRPr sz="7000" b="1" i="0">
                <a:solidFill>
                  <a:schemeClr val="bg1"/>
                </a:solidFill>
                <a:latin typeface="Arial"/>
                <a:cs typeface="Arial"/>
              </a:defRPr>
            </a:lvl1pPr>
          </a:lstStyle>
          <a:p>
            <a:endParaRPr/>
          </a:p>
        </p:txBody>
      </p:sp>
      <p:sp>
        <p:nvSpPr>
          <p:cNvPr id="3" name="Holder 3"/>
          <p:cNvSpPr>
            <a:spLocks noGrp="1"/>
          </p:cNvSpPr>
          <p:nvPr>
            <p:ph type="body" idx="1"/>
          </p:nvPr>
        </p:nvSpPr>
        <p:spPr>
          <a:xfrm>
            <a:off x="9893444" y="2715658"/>
            <a:ext cx="7940675" cy="4714875"/>
          </a:xfrm>
          <a:prstGeom prst="rect">
            <a:avLst/>
          </a:prstGeom>
        </p:spPr>
        <p:txBody>
          <a:bodyPr wrap="square" lIns="0" tIns="0" rIns="0" bIns="0">
            <a:spAutoFit/>
          </a:bodyPr>
          <a:lstStyle>
            <a:lvl1pPr>
              <a:defRPr sz="1800" b="1" i="0">
                <a:solidFill>
                  <a:schemeClr val="bg1"/>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g"/></Relationships>
</file>

<file path=ppt/slides/_rels/slide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jpg"/><Relationship Id="rId4" Type="http://schemas.openxmlformats.org/officeDocument/2006/relationships/image" Target="../media/image23.jp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9.xml.rels><?xml version="1.0" encoding="UTF-8" standalone="yes"?>
<Relationships xmlns="http://schemas.openxmlformats.org/package/2006/relationships"><Relationship Id="rId26" Type="http://schemas.openxmlformats.org/officeDocument/2006/relationships/image" Target="../media/image54.png"/><Relationship Id="rId117" Type="http://schemas.openxmlformats.org/officeDocument/2006/relationships/image" Target="../media/image145.png"/><Relationship Id="rId21" Type="http://schemas.openxmlformats.org/officeDocument/2006/relationships/image" Target="../media/image49.png"/><Relationship Id="rId42" Type="http://schemas.openxmlformats.org/officeDocument/2006/relationships/image" Target="../media/image70.png"/><Relationship Id="rId47" Type="http://schemas.openxmlformats.org/officeDocument/2006/relationships/image" Target="../media/image75.png"/><Relationship Id="rId63" Type="http://schemas.openxmlformats.org/officeDocument/2006/relationships/image" Target="../media/image91.png"/><Relationship Id="rId68" Type="http://schemas.openxmlformats.org/officeDocument/2006/relationships/image" Target="../media/image96.png"/><Relationship Id="rId84" Type="http://schemas.openxmlformats.org/officeDocument/2006/relationships/image" Target="../media/image112.png"/><Relationship Id="rId89" Type="http://schemas.openxmlformats.org/officeDocument/2006/relationships/image" Target="../media/image117.png"/><Relationship Id="rId112" Type="http://schemas.openxmlformats.org/officeDocument/2006/relationships/image" Target="../media/image140.png"/><Relationship Id="rId16" Type="http://schemas.openxmlformats.org/officeDocument/2006/relationships/image" Target="../media/image44.png"/><Relationship Id="rId107" Type="http://schemas.openxmlformats.org/officeDocument/2006/relationships/image" Target="../media/image135.png"/><Relationship Id="rId11" Type="http://schemas.openxmlformats.org/officeDocument/2006/relationships/image" Target="../media/image39.png"/><Relationship Id="rId32" Type="http://schemas.openxmlformats.org/officeDocument/2006/relationships/image" Target="../media/image60.png"/><Relationship Id="rId37" Type="http://schemas.openxmlformats.org/officeDocument/2006/relationships/image" Target="../media/image65.png"/><Relationship Id="rId53" Type="http://schemas.openxmlformats.org/officeDocument/2006/relationships/image" Target="../media/image81.png"/><Relationship Id="rId58" Type="http://schemas.openxmlformats.org/officeDocument/2006/relationships/image" Target="../media/image86.png"/><Relationship Id="rId74" Type="http://schemas.openxmlformats.org/officeDocument/2006/relationships/image" Target="../media/image102.png"/><Relationship Id="rId79" Type="http://schemas.openxmlformats.org/officeDocument/2006/relationships/image" Target="../media/image107.png"/><Relationship Id="rId102" Type="http://schemas.openxmlformats.org/officeDocument/2006/relationships/image" Target="../media/image130.png"/><Relationship Id="rId123" Type="http://schemas.openxmlformats.org/officeDocument/2006/relationships/image" Target="../media/image151.png"/><Relationship Id="rId5" Type="http://schemas.openxmlformats.org/officeDocument/2006/relationships/image" Target="../media/image34.jpg"/><Relationship Id="rId90" Type="http://schemas.openxmlformats.org/officeDocument/2006/relationships/image" Target="../media/image118.png"/><Relationship Id="rId95" Type="http://schemas.openxmlformats.org/officeDocument/2006/relationships/image" Target="../media/image123.png"/><Relationship Id="rId22" Type="http://schemas.openxmlformats.org/officeDocument/2006/relationships/image" Target="../media/image50.png"/><Relationship Id="rId27" Type="http://schemas.openxmlformats.org/officeDocument/2006/relationships/image" Target="../media/image55.png"/><Relationship Id="rId43" Type="http://schemas.openxmlformats.org/officeDocument/2006/relationships/image" Target="../media/image71.png"/><Relationship Id="rId48" Type="http://schemas.openxmlformats.org/officeDocument/2006/relationships/image" Target="../media/image76.png"/><Relationship Id="rId64" Type="http://schemas.openxmlformats.org/officeDocument/2006/relationships/image" Target="../media/image92.png"/><Relationship Id="rId69" Type="http://schemas.openxmlformats.org/officeDocument/2006/relationships/image" Target="../media/image97.png"/><Relationship Id="rId113" Type="http://schemas.openxmlformats.org/officeDocument/2006/relationships/image" Target="../media/image141.png"/><Relationship Id="rId118" Type="http://schemas.openxmlformats.org/officeDocument/2006/relationships/image" Target="../media/image146.png"/><Relationship Id="rId80" Type="http://schemas.openxmlformats.org/officeDocument/2006/relationships/image" Target="../media/image108.png"/><Relationship Id="rId85" Type="http://schemas.openxmlformats.org/officeDocument/2006/relationships/image" Target="../media/image113.png"/><Relationship Id="rId12" Type="http://schemas.openxmlformats.org/officeDocument/2006/relationships/image" Target="../media/image40.png"/><Relationship Id="rId17" Type="http://schemas.openxmlformats.org/officeDocument/2006/relationships/image" Target="../media/image45.png"/><Relationship Id="rId33" Type="http://schemas.openxmlformats.org/officeDocument/2006/relationships/image" Target="../media/image61.png"/><Relationship Id="rId38" Type="http://schemas.openxmlformats.org/officeDocument/2006/relationships/image" Target="../media/image66.png"/><Relationship Id="rId59" Type="http://schemas.openxmlformats.org/officeDocument/2006/relationships/image" Target="../media/image87.png"/><Relationship Id="rId103" Type="http://schemas.openxmlformats.org/officeDocument/2006/relationships/image" Target="../media/image131.png"/><Relationship Id="rId108" Type="http://schemas.openxmlformats.org/officeDocument/2006/relationships/image" Target="../media/image136.png"/><Relationship Id="rId124" Type="http://schemas.openxmlformats.org/officeDocument/2006/relationships/image" Target="../media/image152.png"/><Relationship Id="rId54" Type="http://schemas.openxmlformats.org/officeDocument/2006/relationships/image" Target="../media/image82.png"/><Relationship Id="rId70" Type="http://schemas.openxmlformats.org/officeDocument/2006/relationships/image" Target="../media/image98.png"/><Relationship Id="rId75" Type="http://schemas.openxmlformats.org/officeDocument/2006/relationships/image" Target="../media/image103.png"/><Relationship Id="rId91" Type="http://schemas.openxmlformats.org/officeDocument/2006/relationships/image" Target="../media/image119.png"/><Relationship Id="rId96" Type="http://schemas.openxmlformats.org/officeDocument/2006/relationships/image" Target="../media/image124.png"/><Relationship Id="rId1" Type="http://schemas.openxmlformats.org/officeDocument/2006/relationships/slideLayout" Target="../slideLayouts/slideLayout5.xml"/><Relationship Id="rId6" Type="http://schemas.openxmlformats.org/officeDocument/2006/relationships/image" Target="../media/image25.png"/><Relationship Id="rId23" Type="http://schemas.openxmlformats.org/officeDocument/2006/relationships/image" Target="../media/image51.png"/><Relationship Id="rId28" Type="http://schemas.openxmlformats.org/officeDocument/2006/relationships/image" Target="../media/image56.png"/><Relationship Id="rId49" Type="http://schemas.openxmlformats.org/officeDocument/2006/relationships/image" Target="../media/image77.png"/><Relationship Id="rId114" Type="http://schemas.openxmlformats.org/officeDocument/2006/relationships/image" Target="../media/image142.png"/><Relationship Id="rId119" Type="http://schemas.openxmlformats.org/officeDocument/2006/relationships/image" Target="../media/image147.png"/><Relationship Id="rId44" Type="http://schemas.openxmlformats.org/officeDocument/2006/relationships/image" Target="../media/image72.png"/><Relationship Id="rId60" Type="http://schemas.openxmlformats.org/officeDocument/2006/relationships/image" Target="../media/image88.png"/><Relationship Id="rId65" Type="http://schemas.openxmlformats.org/officeDocument/2006/relationships/image" Target="../media/image93.png"/><Relationship Id="rId81" Type="http://schemas.openxmlformats.org/officeDocument/2006/relationships/image" Target="../media/image109.png"/><Relationship Id="rId86" Type="http://schemas.openxmlformats.org/officeDocument/2006/relationships/image" Target="../media/image114.png"/><Relationship Id="rId13" Type="http://schemas.openxmlformats.org/officeDocument/2006/relationships/image" Target="../media/image41.png"/><Relationship Id="rId18" Type="http://schemas.openxmlformats.org/officeDocument/2006/relationships/image" Target="../media/image46.png"/><Relationship Id="rId39" Type="http://schemas.openxmlformats.org/officeDocument/2006/relationships/image" Target="../media/image67.png"/><Relationship Id="rId109" Type="http://schemas.openxmlformats.org/officeDocument/2006/relationships/image" Target="../media/image137.png"/><Relationship Id="rId34" Type="http://schemas.openxmlformats.org/officeDocument/2006/relationships/image" Target="../media/image62.png"/><Relationship Id="rId50" Type="http://schemas.openxmlformats.org/officeDocument/2006/relationships/image" Target="../media/image78.png"/><Relationship Id="rId55" Type="http://schemas.openxmlformats.org/officeDocument/2006/relationships/image" Target="../media/image83.png"/><Relationship Id="rId76" Type="http://schemas.openxmlformats.org/officeDocument/2006/relationships/image" Target="../media/image104.png"/><Relationship Id="rId97" Type="http://schemas.openxmlformats.org/officeDocument/2006/relationships/image" Target="../media/image125.png"/><Relationship Id="rId104" Type="http://schemas.openxmlformats.org/officeDocument/2006/relationships/image" Target="../media/image132.png"/><Relationship Id="rId120" Type="http://schemas.openxmlformats.org/officeDocument/2006/relationships/image" Target="../media/image148.png"/><Relationship Id="rId125" Type="http://schemas.openxmlformats.org/officeDocument/2006/relationships/image" Target="../media/image153.png"/><Relationship Id="rId7" Type="http://schemas.openxmlformats.org/officeDocument/2006/relationships/image" Target="../media/image35.png"/><Relationship Id="rId71" Type="http://schemas.openxmlformats.org/officeDocument/2006/relationships/image" Target="../media/image99.png"/><Relationship Id="rId92" Type="http://schemas.openxmlformats.org/officeDocument/2006/relationships/image" Target="../media/image120.png"/><Relationship Id="rId2" Type="http://schemas.openxmlformats.org/officeDocument/2006/relationships/image" Target="../media/image31.png"/><Relationship Id="rId29" Type="http://schemas.openxmlformats.org/officeDocument/2006/relationships/image" Target="../media/image57.png"/><Relationship Id="rId24" Type="http://schemas.openxmlformats.org/officeDocument/2006/relationships/image" Target="../media/image52.png"/><Relationship Id="rId40" Type="http://schemas.openxmlformats.org/officeDocument/2006/relationships/image" Target="../media/image68.png"/><Relationship Id="rId45" Type="http://schemas.openxmlformats.org/officeDocument/2006/relationships/image" Target="../media/image73.png"/><Relationship Id="rId66" Type="http://schemas.openxmlformats.org/officeDocument/2006/relationships/image" Target="../media/image94.png"/><Relationship Id="rId87" Type="http://schemas.openxmlformats.org/officeDocument/2006/relationships/image" Target="../media/image115.png"/><Relationship Id="rId110" Type="http://schemas.openxmlformats.org/officeDocument/2006/relationships/image" Target="../media/image138.png"/><Relationship Id="rId115" Type="http://schemas.openxmlformats.org/officeDocument/2006/relationships/image" Target="../media/image143.png"/><Relationship Id="rId61" Type="http://schemas.openxmlformats.org/officeDocument/2006/relationships/image" Target="../media/image89.png"/><Relationship Id="rId82" Type="http://schemas.openxmlformats.org/officeDocument/2006/relationships/image" Target="../media/image110.png"/><Relationship Id="rId19" Type="http://schemas.openxmlformats.org/officeDocument/2006/relationships/image" Target="../media/image47.png"/><Relationship Id="rId14" Type="http://schemas.openxmlformats.org/officeDocument/2006/relationships/image" Target="../media/image42.png"/><Relationship Id="rId30" Type="http://schemas.openxmlformats.org/officeDocument/2006/relationships/image" Target="../media/image58.png"/><Relationship Id="rId35" Type="http://schemas.openxmlformats.org/officeDocument/2006/relationships/image" Target="../media/image63.png"/><Relationship Id="rId56" Type="http://schemas.openxmlformats.org/officeDocument/2006/relationships/image" Target="../media/image84.png"/><Relationship Id="rId77" Type="http://schemas.openxmlformats.org/officeDocument/2006/relationships/image" Target="../media/image105.png"/><Relationship Id="rId100" Type="http://schemas.openxmlformats.org/officeDocument/2006/relationships/image" Target="../media/image128.png"/><Relationship Id="rId105" Type="http://schemas.openxmlformats.org/officeDocument/2006/relationships/image" Target="../media/image133.png"/><Relationship Id="rId126" Type="http://schemas.openxmlformats.org/officeDocument/2006/relationships/image" Target="../media/image154.png"/><Relationship Id="rId8" Type="http://schemas.openxmlformats.org/officeDocument/2006/relationships/image" Target="../media/image36.png"/><Relationship Id="rId51" Type="http://schemas.openxmlformats.org/officeDocument/2006/relationships/image" Target="../media/image79.png"/><Relationship Id="rId72" Type="http://schemas.openxmlformats.org/officeDocument/2006/relationships/image" Target="../media/image100.png"/><Relationship Id="rId93" Type="http://schemas.openxmlformats.org/officeDocument/2006/relationships/image" Target="../media/image121.png"/><Relationship Id="rId98" Type="http://schemas.openxmlformats.org/officeDocument/2006/relationships/image" Target="../media/image126.png"/><Relationship Id="rId121" Type="http://schemas.openxmlformats.org/officeDocument/2006/relationships/image" Target="../media/image149.png"/><Relationship Id="rId3" Type="http://schemas.openxmlformats.org/officeDocument/2006/relationships/image" Target="../media/image32.jpg"/><Relationship Id="rId25" Type="http://schemas.openxmlformats.org/officeDocument/2006/relationships/image" Target="../media/image53.png"/><Relationship Id="rId46" Type="http://schemas.openxmlformats.org/officeDocument/2006/relationships/image" Target="../media/image74.png"/><Relationship Id="rId67" Type="http://schemas.openxmlformats.org/officeDocument/2006/relationships/image" Target="../media/image95.png"/><Relationship Id="rId116" Type="http://schemas.openxmlformats.org/officeDocument/2006/relationships/image" Target="../media/image144.png"/><Relationship Id="rId20" Type="http://schemas.openxmlformats.org/officeDocument/2006/relationships/image" Target="../media/image48.png"/><Relationship Id="rId41" Type="http://schemas.openxmlformats.org/officeDocument/2006/relationships/image" Target="../media/image69.png"/><Relationship Id="rId62" Type="http://schemas.openxmlformats.org/officeDocument/2006/relationships/image" Target="../media/image90.png"/><Relationship Id="rId83" Type="http://schemas.openxmlformats.org/officeDocument/2006/relationships/image" Target="../media/image111.png"/><Relationship Id="rId88" Type="http://schemas.openxmlformats.org/officeDocument/2006/relationships/image" Target="../media/image116.png"/><Relationship Id="rId111" Type="http://schemas.openxmlformats.org/officeDocument/2006/relationships/image" Target="../media/image139.png"/><Relationship Id="rId15" Type="http://schemas.openxmlformats.org/officeDocument/2006/relationships/image" Target="../media/image43.png"/><Relationship Id="rId36" Type="http://schemas.openxmlformats.org/officeDocument/2006/relationships/image" Target="../media/image64.png"/><Relationship Id="rId57" Type="http://schemas.openxmlformats.org/officeDocument/2006/relationships/image" Target="../media/image85.png"/><Relationship Id="rId106" Type="http://schemas.openxmlformats.org/officeDocument/2006/relationships/image" Target="../media/image134.png"/><Relationship Id="rId10" Type="http://schemas.openxmlformats.org/officeDocument/2006/relationships/image" Target="../media/image38.png"/><Relationship Id="rId31" Type="http://schemas.openxmlformats.org/officeDocument/2006/relationships/image" Target="../media/image59.png"/><Relationship Id="rId52" Type="http://schemas.openxmlformats.org/officeDocument/2006/relationships/image" Target="../media/image80.png"/><Relationship Id="rId73" Type="http://schemas.openxmlformats.org/officeDocument/2006/relationships/image" Target="../media/image101.png"/><Relationship Id="rId78" Type="http://schemas.openxmlformats.org/officeDocument/2006/relationships/image" Target="../media/image106.png"/><Relationship Id="rId94" Type="http://schemas.openxmlformats.org/officeDocument/2006/relationships/image" Target="../media/image122.png"/><Relationship Id="rId99" Type="http://schemas.openxmlformats.org/officeDocument/2006/relationships/image" Target="../media/image127.png"/><Relationship Id="rId101" Type="http://schemas.openxmlformats.org/officeDocument/2006/relationships/image" Target="../media/image129.png"/><Relationship Id="rId122" Type="http://schemas.openxmlformats.org/officeDocument/2006/relationships/image" Target="../media/image150.png"/><Relationship Id="rId4" Type="http://schemas.openxmlformats.org/officeDocument/2006/relationships/image" Target="../media/image33.jp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156.jpg"/><Relationship Id="rId2" Type="http://schemas.openxmlformats.org/officeDocument/2006/relationships/image" Target="../media/image155.pn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157.jp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9.png"/><Relationship Id="rId4" Type="http://schemas.openxmlformats.org/officeDocument/2006/relationships/image" Target="../media/image15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1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3555" cy="10287000"/>
            <a:chOff x="0" y="0"/>
            <a:chExt cx="18283555" cy="10287000"/>
          </a:xfrm>
        </p:grpSpPr>
        <p:pic>
          <p:nvPicPr>
            <p:cNvPr id="3" name="object 3"/>
            <p:cNvPicPr/>
            <p:nvPr/>
          </p:nvPicPr>
          <p:blipFill>
            <a:blip r:embed="rId2" cstate="print"/>
            <a:stretch>
              <a:fillRect/>
            </a:stretch>
          </p:blipFill>
          <p:spPr>
            <a:xfrm>
              <a:off x="0" y="0"/>
              <a:ext cx="18283536" cy="10287000"/>
            </a:xfrm>
            <a:prstGeom prst="rect">
              <a:avLst/>
            </a:prstGeom>
          </p:spPr>
        </p:pic>
        <p:pic>
          <p:nvPicPr>
            <p:cNvPr id="4" name="object 4"/>
            <p:cNvPicPr/>
            <p:nvPr/>
          </p:nvPicPr>
          <p:blipFill>
            <a:blip r:embed="rId3" cstate="print"/>
            <a:stretch>
              <a:fillRect/>
            </a:stretch>
          </p:blipFill>
          <p:spPr>
            <a:xfrm>
              <a:off x="5601473" y="547804"/>
              <a:ext cx="7058698" cy="7048500"/>
            </a:xfrm>
            <a:prstGeom prst="rect">
              <a:avLst/>
            </a:prstGeom>
          </p:spPr>
        </p:pic>
      </p:grpSp>
      <p:sp>
        <p:nvSpPr>
          <p:cNvPr id="5" name="object 5" descr="$PPTXTitle"/>
          <p:cNvSpPr txBox="1">
            <a:spLocks noGrp="1"/>
          </p:cNvSpPr>
          <p:nvPr>
            <p:ph type="title"/>
          </p:nvPr>
        </p:nvSpPr>
        <p:spPr>
          <a:xfrm>
            <a:off x="5655634" y="2362438"/>
            <a:ext cx="6976745" cy="2501900"/>
          </a:xfrm>
          <a:prstGeom prst="rect">
            <a:avLst/>
          </a:prstGeom>
        </p:spPr>
        <p:txBody>
          <a:bodyPr vert="horz" wrap="square" lIns="0" tIns="12065" rIns="0" bIns="0" rtlCol="0">
            <a:spAutoFit/>
          </a:bodyPr>
          <a:lstStyle/>
          <a:p>
            <a:pPr marL="1525905" marR="5080" indent="-1513840">
              <a:lnSpc>
                <a:spcPct val="116900"/>
              </a:lnSpc>
              <a:spcBef>
                <a:spcPts val="95"/>
              </a:spcBef>
            </a:pPr>
            <a:r>
              <a:rPr sz="6950" spc="395" dirty="0"/>
              <a:t>Customer</a:t>
            </a:r>
            <a:r>
              <a:rPr sz="6950" spc="-430" dirty="0"/>
              <a:t> </a:t>
            </a:r>
            <a:r>
              <a:rPr sz="6950" spc="525" dirty="0"/>
              <a:t>Data </a:t>
            </a:r>
            <a:r>
              <a:rPr sz="6950" spc="250" dirty="0"/>
              <a:t>Analysis</a:t>
            </a:r>
            <a:endParaRPr sz="6950"/>
          </a:p>
        </p:txBody>
      </p:sp>
      <p:sp>
        <p:nvSpPr>
          <p:cNvPr id="6" name="object 6"/>
          <p:cNvSpPr txBox="1"/>
          <p:nvPr/>
        </p:nvSpPr>
        <p:spPr>
          <a:xfrm>
            <a:off x="6495769" y="5092699"/>
            <a:ext cx="5296535" cy="939800"/>
          </a:xfrm>
          <a:prstGeom prst="rect">
            <a:avLst/>
          </a:prstGeom>
        </p:spPr>
        <p:txBody>
          <a:bodyPr vert="horz" wrap="square" lIns="0" tIns="12700" rIns="0" bIns="0" rtlCol="0">
            <a:spAutoFit/>
          </a:bodyPr>
          <a:lstStyle/>
          <a:p>
            <a:pPr marL="12700">
              <a:lnSpc>
                <a:spcPct val="100000"/>
              </a:lnSpc>
              <a:spcBef>
                <a:spcPts val="100"/>
              </a:spcBef>
            </a:pPr>
            <a:r>
              <a:rPr sz="6000" spc="440" dirty="0">
                <a:solidFill>
                  <a:srgbClr val="FFFFFF"/>
                </a:solidFill>
                <a:latin typeface="Trebuchet MS"/>
                <a:cs typeface="Trebuchet MS"/>
              </a:rPr>
              <a:t>Using</a:t>
            </a:r>
            <a:r>
              <a:rPr sz="6000" spc="-210" dirty="0">
                <a:solidFill>
                  <a:srgbClr val="FFFFFF"/>
                </a:solidFill>
                <a:latin typeface="Trebuchet MS"/>
                <a:cs typeface="Trebuchet MS"/>
              </a:rPr>
              <a:t> </a:t>
            </a:r>
            <a:r>
              <a:rPr sz="6000" spc="200" dirty="0">
                <a:solidFill>
                  <a:srgbClr val="FFFFFF"/>
                </a:solidFill>
                <a:latin typeface="Trebuchet MS"/>
                <a:cs typeface="Trebuchet MS"/>
              </a:rPr>
              <a:t>PowerBi</a:t>
            </a:r>
            <a:endParaRPr sz="6000">
              <a:latin typeface="Trebuchet MS"/>
              <a:cs typeface="Trebuchet MS"/>
            </a:endParaRPr>
          </a:p>
        </p:txBody>
      </p:sp>
      <p:sp>
        <p:nvSpPr>
          <p:cNvPr id="7" name="object 7"/>
          <p:cNvSpPr txBox="1"/>
          <p:nvPr/>
        </p:nvSpPr>
        <p:spPr>
          <a:xfrm>
            <a:off x="8205796" y="7750719"/>
            <a:ext cx="9965690" cy="2425700"/>
          </a:xfrm>
          <a:prstGeom prst="rect">
            <a:avLst/>
          </a:prstGeom>
        </p:spPr>
        <p:txBody>
          <a:bodyPr vert="horz" wrap="square" lIns="0" tIns="94615" rIns="0" bIns="0" rtlCol="0">
            <a:spAutoFit/>
          </a:bodyPr>
          <a:lstStyle/>
          <a:p>
            <a:pPr marL="12700">
              <a:lnSpc>
                <a:spcPct val="100000"/>
              </a:lnSpc>
              <a:spcBef>
                <a:spcPts val="745"/>
              </a:spcBef>
            </a:pPr>
            <a:r>
              <a:rPr sz="3400" spc="-185" dirty="0">
                <a:solidFill>
                  <a:srgbClr val="64DAFF"/>
                </a:solidFill>
                <a:latin typeface="Arial Black"/>
                <a:cs typeface="Arial Black"/>
              </a:rPr>
              <a:t>Submitted</a:t>
            </a:r>
            <a:r>
              <a:rPr sz="3400" spc="-280" dirty="0">
                <a:solidFill>
                  <a:srgbClr val="64DAFF"/>
                </a:solidFill>
                <a:latin typeface="Arial Black"/>
                <a:cs typeface="Arial Black"/>
              </a:rPr>
              <a:t> </a:t>
            </a:r>
            <a:r>
              <a:rPr sz="3400" spc="-160" dirty="0">
                <a:solidFill>
                  <a:srgbClr val="64DAFF"/>
                </a:solidFill>
                <a:latin typeface="Arial Black"/>
                <a:cs typeface="Arial Black"/>
              </a:rPr>
              <a:t>by:</a:t>
            </a:r>
            <a:r>
              <a:rPr sz="3400" spc="-245" dirty="0">
                <a:solidFill>
                  <a:srgbClr val="64DAFF"/>
                </a:solidFill>
                <a:latin typeface="Arial Black"/>
                <a:cs typeface="Arial Black"/>
              </a:rPr>
              <a:t> </a:t>
            </a:r>
            <a:r>
              <a:rPr sz="3400" spc="-395" dirty="0">
                <a:solidFill>
                  <a:srgbClr val="FFFFFF"/>
                </a:solidFill>
                <a:latin typeface="Arial Black"/>
                <a:cs typeface="Arial Black"/>
              </a:rPr>
              <a:t>Team</a:t>
            </a:r>
            <a:r>
              <a:rPr sz="3400" spc="-280" dirty="0">
                <a:solidFill>
                  <a:srgbClr val="FFFFFF"/>
                </a:solidFill>
                <a:latin typeface="Arial Black"/>
                <a:cs typeface="Arial Black"/>
              </a:rPr>
              <a:t> </a:t>
            </a:r>
            <a:r>
              <a:rPr sz="3400" spc="-180" dirty="0">
                <a:solidFill>
                  <a:srgbClr val="FFFFFF"/>
                </a:solidFill>
                <a:latin typeface="Arial Black"/>
                <a:cs typeface="Arial Black"/>
              </a:rPr>
              <a:t>ID:</a:t>
            </a:r>
            <a:r>
              <a:rPr sz="3400" spc="-280" dirty="0">
                <a:solidFill>
                  <a:srgbClr val="FFFFFF"/>
                </a:solidFill>
                <a:latin typeface="Arial Black"/>
                <a:cs typeface="Arial Black"/>
              </a:rPr>
              <a:t> </a:t>
            </a:r>
            <a:r>
              <a:rPr sz="3400" spc="-140" dirty="0">
                <a:solidFill>
                  <a:srgbClr val="FFFFFF"/>
                </a:solidFill>
                <a:latin typeface="Verdana"/>
                <a:cs typeface="Verdana"/>
              </a:rPr>
              <a:t>PTID-</a:t>
            </a:r>
            <a:r>
              <a:rPr sz="3400" spc="-195" dirty="0">
                <a:solidFill>
                  <a:srgbClr val="FFFFFF"/>
                </a:solidFill>
                <a:latin typeface="Verdana"/>
                <a:cs typeface="Verdana"/>
              </a:rPr>
              <a:t>CDA-</a:t>
            </a:r>
            <a:r>
              <a:rPr sz="3400" spc="-100" dirty="0">
                <a:solidFill>
                  <a:srgbClr val="FFFFFF"/>
                </a:solidFill>
                <a:latin typeface="Verdana"/>
                <a:cs typeface="Verdana"/>
              </a:rPr>
              <a:t>JUL-</a:t>
            </a:r>
            <a:r>
              <a:rPr sz="3400" spc="-275" dirty="0">
                <a:solidFill>
                  <a:srgbClr val="FFFFFF"/>
                </a:solidFill>
                <a:latin typeface="Verdana"/>
                <a:cs typeface="Verdana"/>
              </a:rPr>
              <a:t>26-</a:t>
            </a:r>
            <a:r>
              <a:rPr sz="3400" spc="-320" dirty="0">
                <a:solidFill>
                  <a:srgbClr val="FFFFFF"/>
                </a:solidFill>
                <a:latin typeface="Verdana"/>
                <a:cs typeface="Verdana"/>
              </a:rPr>
              <a:t>11142</a:t>
            </a:r>
            <a:endParaRPr sz="3400">
              <a:latin typeface="Verdana"/>
              <a:cs typeface="Verdana"/>
            </a:endParaRPr>
          </a:p>
          <a:p>
            <a:pPr marL="8450580" marR="5080" indent="31115" algn="r">
              <a:lnSpc>
                <a:spcPct val="115799"/>
              </a:lnSpc>
            </a:pPr>
            <a:r>
              <a:rPr sz="3400" spc="-60" dirty="0">
                <a:solidFill>
                  <a:srgbClr val="FFFFFF"/>
                </a:solidFill>
                <a:latin typeface="Verdana"/>
                <a:cs typeface="Verdana"/>
              </a:rPr>
              <a:t>Adarsh </a:t>
            </a:r>
            <a:r>
              <a:rPr sz="3400" spc="-75" dirty="0">
                <a:solidFill>
                  <a:srgbClr val="FFFFFF"/>
                </a:solidFill>
                <a:latin typeface="Verdana"/>
                <a:cs typeface="Verdana"/>
              </a:rPr>
              <a:t>Keerthi</a:t>
            </a:r>
            <a:endParaRPr sz="3400">
              <a:latin typeface="Verdana"/>
              <a:cs typeface="Verdana"/>
            </a:endParaRPr>
          </a:p>
          <a:p>
            <a:pPr marR="5080" algn="r">
              <a:lnSpc>
                <a:spcPct val="100000"/>
              </a:lnSpc>
              <a:spcBef>
                <a:spcPts val="645"/>
              </a:spcBef>
            </a:pPr>
            <a:r>
              <a:rPr sz="3400" spc="-80" dirty="0">
                <a:solidFill>
                  <a:srgbClr val="FFFFFF"/>
                </a:solidFill>
                <a:latin typeface="Verdana"/>
                <a:cs typeface="Verdana"/>
              </a:rPr>
              <a:t>Harsh</a:t>
            </a:r>
            <a:r>
              <a:rPr sz="3400" spc="-335" dirty="0">
                <a:solidFill>
                  <a:srgbClr val="FFFFFF"/>
                </a:solidFill>
                <a:latin typeface="Verdana"/>
                <a:cs typeface="Verdana"/>
              </a:rPr>
              <a:t> </a:t>
            </a:r>
            <a:r>
              <a:rPr sz="3400" spc="-195" dirty="0">
                <a:solidFill>
                  <a:srgbClr val="FFFFFF"/>
                </a:solidFill>
                <a:latin typeface="Verdana"/>
                <a:cs typeface="Verdana"/>
              </a:rPr>
              <a:t>Raj</a:t>
            </a:r>
            <a:r>
              <a:rPr sz="3400" spc="-330" dirty="0">
                <a:solidFill>
                  <a:srgbClr val="FFFFFF"/>
                </a:solidFill>
                <a:latin typeface="Verdana"/>
                <a:cs typeface="Verdana"/>
              </a:rPr>
              <a:t> </a:t>
            </a:r>
            <a:r>
              <a:rPr sz="3400" spc="-10" dirty="0">
                <a:solidFill>
                  <a:srgbClr val="FFFFFF"/>
                </a:solidFill>
                <a:latin typeface="Verdana"/>
                <a:cs typeface="Verdana"/>
              </a:rPr>
              <a:t>Singh</a:t>
            </a:r>
            <a:endParaRPr sz="340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23850" y="0"/>
            <a:ext cx="18935700" cy="10287000"/>
            <a:chOff x="-323850" y="0"/>
            <a:chExt cx="18935700" cy="10287000"/>
          </a:xfrm>
        </p:grpSpPr>
        <p:pic>
          <p:nvPicPr>
            <p:cNvPr id="3" name="object 3"/>
            <p:cNvPicPr/>
            <p:nvPr/>
          </p:nvPicPr>
          <p:blipFill>
            <a:blip r:embed="rId2" cstate="print"/>
            <a:stretch>
              <a:fillRect/>
            </a:stretch>
          </p:blipFill>
          <p:spPr>
            <a:xfrm>
              <a:off x="0" y="0"/>
              <a:ext cx="18283536" cy="10287000"/>
            </a:xfrm>
            <a:prstGeom prst="rect">
              <a:avLst/>
            </a:prstGeom>
          </p:spPr>
        </p:pic>
        <p:pic>
          <p:nvPicPr>
            <p:cNvPr id="4" name="object 4"/>
            <p:cNvPicPr/>
            <p:nvPr/>
          </p:nvPicPr>
          <p:blipFill>
            <a:blip r:embed="rId3" cstate="print"/>
            <a:stretch>
              <a:fillRect/>
            </a:stretch>
          </p:blipFill>
          <p:spPr>
            <a:xfrm>
              <a:off x="0" y="6101355"/>
              <a:ext cx="18288000" cy="4185643"/>
            </a:xfrm>
            <a:prstGeom prst="rect">
              <a:avLst/>
            </a:prstGeom>
          </p:spPr>
        </p:pic>
        <p:sp>
          <p:nvSpPr>
            <p:cNvPr id="5" name="object 5"/>
            <p:cNvSpPr/>
            <p:nvPr/>
          </p:nvSpPr>
          <p:spPr>
            <a:xfrm>
              <a:off x="0" y="6101355"/>
              <a:ext cx="18288000" cy="19050"/>
            </a:xfrm>
            <a:custGeom>
              <a:avLst/>
              <a:gdLst/>
              <a:ahLst/>
              <a:cxnLst/>
              <a:rect l="l" t="t" r="r" b="b"/>
              <a:pathLst>
                <a:path w="18288000" h="19050">
                  <a:moveTo>
                    <a:pt x="0" y="18619"/>
                  </a:moveTo>
                  <a:lnTo>
                    <a:pt x="24448" y="13224"/>
                  </a:lnTo>
                  <a:lnTo>
                    <a:pt x="70955" y="5936"/>
                  </a:lnTo>
                  <a:lnTo>
                    <a:pt x="118347" y="1499"/>
                  </a:lnTo>
                  <a:lnTo>
                    <a:pt x="166536" y="0"/>
                  </a:lnTo>
                  <a:lnTo>
                    <a:pt x="18121317" y="0"/>
                  </a:lnTo>
                  <a:lnTo>
                    <a:pt x="18169506" y="1499"/>
                  </a:lnTo>
                  <a:lnTo>
                    <a:pt x="18216898" y="5936"/>
                  </a:lnTo>
                  <a:lnTo>
                    <a:pt x="18263405" y="13223"/>
                  </a:lnTo>
                  <a:lnTo>
                    <a:pt x="18287999" y="18651"/>
                  </a:lnTo>
                </a:path>
              </a:pathLst>
            </a:custGeom>
            <a:ln w="647699">
              <a:solidFill>
                <a:srgbClr val="000000"/>
              </a:solidFill>
            </a:ln>
          </p:spPr>
          <p:txBody>
            <a:bodyPr wrap="square" lIns="0" tIns="0" rIns="0" bIns="0" rtlCol="0"/>
            <a:lstStyle/>
            <a:p>
              <a:endParaRPr/>
            </a:p>
          </p:txBody>
        </p:sp>
        <p:sp>
          <p:nvSpPr>
            <p:cNvPr id="6" name="object 6"/>
            <p:cNvSpPr/>
            <p:nvPr/>
          </p:nvSpPr>
          <p:spPr>
            <a:xfrm>
              <a:off x="12391975" y="458508"/>
              <a:ext cx="5212080" cy="5207000"/>
            </a:xfrm>
            <a:custGeom>
              <a:avLst/>
              <a:gdLst/>
              <a:ahLst/>
              <a:cxnLst/>
              <a:rect l="l" t="t" r="r" b="b"/>
              <a:pathLst>
                <a:path w="5212080" h="5207000">
                  <a:moveTo>
                    <a:pt x="2798254" y="12700"/>
                  </a:moveTo>
                  <a:lnTo>
                    <a:pt x="2413615" y="12700"/>
                  </a:lnTo>
                  <a:lnTo>
                    <a:pt x="2461359" y="0"/>
                  </a:lnTo>
                  <a:lnTo>
                    <a:pt x="2750510" y="0"/>
                  </a:lnTo>
                  <a:lnTo>
                    <a:pt x="2798254" y="12700"/>
                  </a:lnTo>
                  <a:close/>
                </a:path>
                <a:path w="5212080" h="5207000">
                  <a:moveTo>
                    <a:pt x="2940033" y="25400"/>
                  </a:moveTo>
                  <a:lnTo>
                    <a:pt x="2271836" y="25400"/>
                  </a:lnTo>
                  <a:lnTo>
                    <a:pt x="2318846" y="12700"/>
                  </a:lnTo>
                  <a:lnTo>
                    <a:pt x="2893023" y="12700"/>
                  </a:lnTo>
                  <a:lnTo>
                    <a:pt x="2940033" y="25400"/>
                  </a:lnTo>
                  <a:close/>
                </a:path>
                <a:path w="5212080" h="5207000">
                  <a:moveTo>
                    <a:pt x="3033267" y="38100"/>
                  </a:moveTo>
                  <a:lnTo>
                    <a:pt x="2178602" y="38100"/>
                  </a:lnTo>
                  <a:lnTo>
                    <a:pt x="2225085" y="25400"/>
                  </a:lnTo>
                  <a:lnTo>
                    <a:pt x="2986784" y="25400"/>
                  </a:lnTo>
                  <a:lnTo>
                    <a:pt x="3033267" y="38100"/>
                  </a:lnTo>
                  <a:close/>
                </a:path>
                <a:path w="5212080" h="5207000">
                  <a:moveTo>
                    <a:pt x="3171037" y="5156200"/>
                  </a:moveTo>
                  <a:lnTo>
                    <a:pt x="2040833" y="5156200"/>
                  </a:lnTo>
                  <a:lnTo>
                    <a:pt x="1730146" y="5067300"/>
                  </a:lnTo>
                  <a:lnTo>
                    <a:pt x="1687106" y="5041900"/>
                  </a:lnTo>
                  <a:lnTo>
                    <a:pt x="1602108" y="5016500"/>
                  </a:lnTo>
                  <a:lnTo>
                    <a:pt x="1560166" y="4991100"/>
                  </a:lnTo>
                  <a:lnTo>
                    <a:pt x="1518606" y="4978400"/>
                  </a:lnTo>
                  <a:lnTo>
                    <a:pt x="1477434" y="4953000"/>
                  </a:lnTo>
                  <a:lnTo>
                    <a:pt x="1436660" y="4940300"/>
                  </a:lnTo>
                  <a:lnTo>
                    <a:pt x="1356331" y="4889500"/>
                  </a:lnTo>
                  <a:lnTo>
                    <a:pt x="1316792" y="4876800"/>
                  </a:lnTo>
                  <a:lnTo>
                    <a:pt x="1239003" y="4826000"/>
                  </a:lnTo>
                  <a:lnTo>
                    <a:pt x="1162983" y="4775200"/>
                  </a:lnTo>
                  <a:lnTo>
                    <a:pt x="1088794" y="4724400"/>
                  </a:lnTo>
                  <a:lnTo>
                    <a:pt x="1016496" y="4673600"/>
                  </a:lnTo>
                  <a:lnTo>
                    <a:pt x="981075" y="4648200"/>
                  </a:lnTo>
                  <a:lnTo>
                    <a:pt x="946150" y="4622800"/>
                  </a:lnTo>
                  <a:lnTo>
                    <a:pt x="911728" y="4584700"/>
                  </a:lnTo>
                  <a:lnTo>
                    <a:pt x="877817" y="4559300"/>
                  </a:lnTo>
                  <a:lnTo>
                    <a:pt x="844424" y="4533900"/>
                  </a:lnTo>
                  <a:lnTo>
                    <a:pt x="811557" y="4495800"/>
                  </a:lnTo>
                  <a:lnTo>
                    <a:pt x="779224" y="4470400"/>
                  </a:lnTo>
                  <a:lnTo>
                    <a:pt x="747432" y="4432300"/>
                  </a:lnTo>
                  <a:lnTo>
                    <a:pt x="716190" y="4406900"/>
                  </a:lnTo>
                  <a:lnTo>
                    <a:pt x="685503" y="4368800"/>
                  </a:lnTo>
                  <a:lnTo>
                    <a:pt x="655381" y="4330700"/>
                  </a:lnTo>
                  <a:lnTo>
                    <a:pt x="625831" y="4305300"/>
                  </a:lnTo>
                  <a:lnTo>
                    <a:pt x="596860" y="4267200"/>
                  </a:lnTo>
                  <a:lnTo>
                    <a:pt x="568476" y="4229100"/>
                  </a:lnTo>
                  <a:lnTo>
                    <a:pt x="540686" y="4191000"/>
                  </a:lnTo>
                  <a:lnTo>
                    <a:pt x="513498" y="4165600"/>
                  </a:lnTo>
                  <a:lnTo>
                    <a:pt x="486921" y="4127500"/>
                  </a:lnTo>
                  <a:lnTo>
                    <a:pt x="460961" y="4089400"/>
                  </a:lnTo>
                  <a:lnTo>
                    <a:pt x="435625" y="4051300"/>
                  </a:lnTo>
                  <a:lnTo>
                    <a:pt x="410923" y="4013200"/>
                  </a:lnTo>
                  <a:lnTo>
                    <a:pt x="386860" y="3975100"/>
                  </a:lnTo>
                  <a:lnTo>
                    <a:pt x="363446" y="3937000"/>
                  </a:lnTo>
                  <a:lnTo>
                    <a:pt x="340686" y="3898900"/>
                  </a:lnTo>
                  <a:lnTo>
                    <a:pt x="318590" y="3860800"/>
                  </a:lnTo>
                  <a:lnTo>
                    <a:pt x="297165" y="3822700"/>
                  </a:lnTo>
                  <a:lnTo>
                    <a:pt x="276418" y="3771900"/>
                  </a:lnTo>
                  <a:lnTo>
                    <a:pt x="256357" y="3733800"/>
                  </a:lnTo>
                  <a:lnTo>
                    <a:pt x="236989" y="3695700"/>
                  </a:lnTo>
                  <a:lnTo>
                    <a:pt x="218322" y="3657600"/>
                  </a:lnTo>
                  <a:lnTo>
                    <a:pt x="200364" y="3606800"/>
                  </a:lnTo>
                  <a:lnTo>
                    <a:pt x="183123" y="3568700"/>
                  </a:lnTo>
                  <a:lnTo>
                    <a:pt x="166605" y="3530600"/>
                  </a:lnTo>
                  <a:lnTo>
                    <a:pt x="150819" y="3479800"/>
                  </a:lnTo>
                  <a:lnTo>
                    <a:pt x="135772" y="3441700"/>
                  </a:lnTo>
                  <a:lnTo>
                    <a:pt x="121472" y="3390900"/>
                  </a:lnTo>
                  <a:lnTo>
                    <a:pt x="107926" y="3352800"/>
                  </a:lnTo>
                  <a:lnTo>
                    <a:pt x="95142" y="3302000"/>
                  </a:lnTo>
                  <a:lnTo>
                    <a:pt x="83128" y="3263900"/>
                  </a:lnTo>
                  <a:lnTo>
                    <a:pt x="71891" y="3213100"/>
                  </a:lnTo>
                  <a:lnTo>
                    <a:pt x="61439" y="3175000"/>
                  </a:lnTo>
                  <a:lnTo>
                    <a:pt x="51779" y="3124200"/>
                  </a:lnTo>
                  <a:lnTo>
                    <a:pt x="42919" y="3086100"/>
                  </a:lnTo>
                  <a:lnTo>
                    <a:pt x="34867" y="3035300"/>
                  </a:lnTo>
                  <a:lnTo>
                    <a:pt x="27631" y="2984500"/>
                  </a:lnTo>
                  <a:lnTo>
                    <a:pt x="21217" y="2946400"/>
                  </a:lnTo>
                  <a:lnTo>
                    <a:pt x="15633" y="2895600"/>
                  </a:lnTo>
                  <a:lnTo>
                    <a:pt x="10888" y="2844800"/>
                  </a:lnTo>
                  <a:lnTo>
                    <a:pt x="6988" y="2794000"/>
                  </a:lnTo>
                  <a:lnTo>
                    <a:pt x="3942" y="2755900"/>
                  </a:lnTo>
                  <a:lnTo>
                    <a:pt x="1757" y="2705100"/>
                  </a:lnTo>
                  <a:lnTo>
                    <a:pt x="440" y="2654300"/>
                  </a:lnTo>
                  <a:lnTo>
                    <a:pt x="0" y="2603500"/>
                  </a:lnTo>
                  <a:lnTo>
                    <a:pt x="440" y="2552700"/>
                  </a:lnTo>
                  <a:lnTo>
                    <a:pt x="1757" y="2514600"/>
                  </a:lnTo>
                  <a:lnTo>
                    <a:pt x="3942" y="2463800"/>
                  </a:lnTo>
                  <a:lnTo>
                    <a:pt x="6988" y="2413000"/>
                  </a:lnTo>
                  <a:lnTo>
                    <a:pt x="10888" y="2362200"/>
                  </a:lnTo>
                  <a:lnTo>
                    <a:pt x="15633" y="2324100"/>
                  </a:lnTo>
                  <a:lnTo>
                    <a:pt x="21217" y="2273300"/>
                  </a:lnTo>
                  <a:lnTo>
                    <a:pt x="27631" y="2222500"/>
                  </a:lnTo>
                  <a:lnTo>
                    <a:pt x="34867" y="2184400"/>
                  </a:lnTo>
                  <a:lnTo>
                    <a:pt x="42919" y="2133600"/>
                  </a:lnTo>
                  <a:lnTo>
                    <a:pt x="51779" y="2082800"/>
                  </a:lnTo>
                  <a:lnTo>
                    <a:pt x="61439" y="2044700"/>
                  </a:lnTo>
                  <a:lnTo>
                    <a:pt x="71891" y="1993900"/>
                  </a:lnTo>
                  <a:lnTo>
                    <a:pt x="83128" y="1955800"/>
                  </a:lnTo>
                  <a:lnTo>
                    <a:pt x="95142" y="1905000"/>
                  </a:lnTo>
                  <a:lnTo>
                    <a:pt x="107926" y="1866900"/>
                  </a:lnTo>
                  <a:lnTo>
                    <a:pt x="121472" y="1816100"/>
                  </a:lnTo>
                  <a:lnTo>
                    <a:pt x="135772" y="1778000"/>
                  </a:lnTo>
                  <a:lnTo>
                    <a:pt x="150819" y="1727200"/>
                  </a:lnTo>
                  <a:lnTo>
                    <a:pt x="166605" y="1689100"/>
                  </a:lnTo>
                  <a:lnTo>
                    <a:pt x="183123" y="1651000"/>
                  </a:lnTo>
                  <a:lnTo>
                    <a:pt x="200364" y="1600200"/>
                  </a:lnTo>
                  <a:lnTo>
                    <a:pt x="218322" y="1562100"/>
                  </a:lnTo>
                  <a:lnTo>
                    <a:pt x="236989" y="1524000"/>
                  </a:lnTo>
                  <a:lnTo>
                    <a:pt x="256357" y="1473200"/>
                  </a:lnTo>
                  <a:lnTo>
                    <a:pt x="276418" y="1435100"/>
                  </a:lnTo>
                  <a:lnTo>
                    <a:pt x="297165" y="1397000"/>
                  </a:lnTo>
                  <a:lnTo>
                    <a:pt x="318590" y="1358900"/>
                  </a:lnTo>
                  <a:lnTo>
                    <a:pt x="340686" y="1320800"/>
                  </a:lnTo>
                  <a:lnTo>
                    <a:pt x="363446" y="1282700"/>
                  </a:lnTo>
                  <a:lnTo>
                    <a:pt x="386860" y="1244600"/>
                  </a:lnTo>
                  <a:lnTo>
                    <a:pt x="410923" y="1206500"/>
                  </a:lnTo>
                  <a:lnTo>
                    <a:pt x="435625" y="1168400"/>
                  </a:lnTo>
                  <a:lnTo>
                    <a:pt x="460961" y="1130300"/>
                  </a:lnTo>
                  <a:lnTo>
                    <a:pt x="486921" y="1092200"/>
                  </a:lnTo>
                  <a:lnTo>
                    <a:pt x="513498" y="1054100"/>
                  </a:lnTo>
                  <a:lnTo>
                    <a:pt x="540686" y="1016000"/>
                  </a:lnTo>
                  <a:lnTo>
                    <a:pt x="568476" y="977900"/>
                  </a:lnTo>
                  <a:lnTo>
                    <a:pt x="596860" y="952500"/>
                  </a:lnTo>
                  <a:lnTo>
                    <a:pt x="625831" y="914400"/>
                  </a:lnTo>
                  <a:lnTo>
                    <a:pt x="655381" y="876300"/>
                  </a:lnTo>
                  <a:lnTo>
                    <a:pt x="685503" y="850900"/>
                  </a:lnTo>
                  <a:lnTo>
                    <a:pt x="716190" y="812800"/>
                  </a:lnTo>
                  <a:lnTo>
                    <a:pt x="747432" y="774700"/>
                  </a:lnTo>
                  <a:lnTo>
                    <a:pt x="779224" y="749300"/>
                  </a:lnTo>
                  <a:lnTo>
                    <a:pt x="811557" y="723900"/>
                  </a:lnTo>
                  <a:lnTo>
                    <a:pt x="844424" y="685800"/>
                  </a:lnTo>
                  <a:lnTo>
                    <a:pt x="877817" y="660400"/>
                  </a:lnTo>
                  <a:lnTo>
                    <a:pt x="911728" y="622300"/>
                  </a:lnTo>
                  <a:lnTo>
                    <a:pt x="946150" y="596900"/>
                  </a:lnTo>
                  <a:lnTo>
                    <a:pt x="981075" y="571500"/>
                  </a:lnTo>
                  <a:lnTo>
                    <a:pt x="1052405" y="520700"/>
                  </a:lnTo>
                  <a:lnTo>
                    <a:pt x="1088794" y="482600"/>
                  </a:lnTo>
                  <a:lnTo>
                    <a:pt x="1162983" y="431800"/>
                  </a:lnTo>
                  <a:lnTo>
                    <a:pt x="1200768" y="406400"/>
                  </a:lnTo>
                  <a:lnTo>
                    <a:pt x="1239003" y="393700"/>
                  </a:lnTo>
                  <a:lnTo>
                    <a:pt x="1316792" y="342900"/>
                  </a:lnTo>
                  <a:lnTo>
                    <a:pt x="1356331" y="317500"/>
                  </a:lnTo>
                  <a:lnTo>
                    <a:pt x="1396289" y="304800"/>
                  </a:lnTo>
                  <a:lnTo>
                    <a:pt x="1477434" y="254000"/>
                  </a:lnTo>
                  <a:lnTo>
                    <a:pt x="1518606" y="241300"/>
                  </a:lnTo>
                  <a:lnTo>
                    <a:pt x="1560166" y="215900"/>
                  </a:lnTo>
                  <a:lnTo>
                    <a:pt x="1644424" y="190500"/>
                  </a:lnTo>
                  <a:lnTo>
                    <a:pt x="1687106" y="165100"/>
                  </a:lnTo>
                  <a:lnTo>
                    <a:pt x="2132394" y="38100"/>
                  </a:lnTo>
                  <a:lnTo>
                    <a:pt x="3079475" y="38100"/>
                  </a:lnTo>
                  <a:lnTo>
                    <a:pt x="3524764" y="165100"/>
                  </a:lnTo>
                  <a:lnTo>
                    <a:pt x="3567446" y="190500"/>
                  </a:lnTo>
                  <a:lnTo>
                    <a:pt x="3651703" y="215900"/>
                  </a:lnTo>
                  <a:lnTo>
                    <a:pt x="3693264" y="241300"/>
                  </a:lnTo>
                  <a:lnTo>
                    <a:pt x="3734435" y="254000"/>
                  </a:lnTo>
                  <a:lnTo>
                    <a:pt x="3815580" y="304800"/>
                  </a:lnTo>
                  <a:lnTo>
                    <a:pt x="3855538" y="317500"/>
                  </a:lnTo>
                  <a:lnTo>
                    <a:pt x="3895077" y="342900"/>
                  </a:lnTo>
                  <a:lnTo>
                    <a:pt x="3972866" y="393700"/>
                  </a:lnTo>
                  <a:lnTo>
                    <a:pt x="4011101" y="406400"/>
                  </a:lnTo>
                  <a:lnTo>
                    <a:pt x="4048886" y="431800"/>
                  </a:lnTo>
                  <a:lnTo>
                    <a:pt x="4123075" y="482600"/>
                  </a:lnTo>
                  <a:lnTo>
                    <a:pt x="4159464" y="520700"/>
                  </a:lnTo>
                  <a:lnTo>
                    <a:pt x="4230794" y="571500"/>
                  </a:lnTo>
                  <a:lnTo>
                    <a:pt x="4265719" y="596900"/>
                  </a:lnTo>
                  <a:lnTo>
                    <a:pt x="4300141" y="622300"/>
                  </a:lnTo>
                  <a:lnTo>
                    <a:pt x="4334053" y="660400"/>
                  </a:lnTo>
                  <a:lnTo>
                    <a:pt x="4367445" y="685800"/>
                  </a:lnTo>
                  <a:lnTo>
                    <a:pt x="4400312" y="723900"/>
                  </a:lnTo>
                  <a:lnTo>
                    <a:pt x="4432645" y="749300"/>
                  </a:lnTo>
                  <a:lnTo>
                    <a:pt x="4464437" y="774700"/>
                  </a:lnTo>
                  <a:lnTo>
                    <a:pt x="4495679" y="812800"/>
                  </a:lnTo>
                  <a:lnTo>
                    <a:pt x="4526366" y="850900"/>
                  </a:lnTo>
                  <a:lnTo>
                    <a:pt x="4556488" y="876300"/>
                  </a:lnTo>
                  <a:lnTo>
                    <a:pt x="4586038" y="914400"/>
                  </a:lnTo>
                  <a:lnTo>
                    <a:pt x="4615009" y="952500"/>
                  </a:lnTo>
                  <a:lnTo>
                    <a:pt x="4643394" y="977900"/>
                  </a:lnTo>
                  <a:lnTo>
                    <a:pt x="4671183" y="1016000"/>
                  </a:lnTo>
                  <a:lnTo>
                    <a:pt x="4698371" y="1054100"/>
                  </a:lnTo>
                  <a:lnTo>
                    <a:pt x="4724948" y="1092200"/>
                  </a:lnTo>
                  <a:lnTo>
                    <a:pt x="4750909" y="1130300"/>
                  </a:lnTo>
                  <a:lnTo>
                    <a:pt x="4776244" y="1168400"/>
                  </a:lnTo>
                  <a:lnTo>
                    <a:pt x="4800946" y="1206500"/>
                  </a:lnTo>
                  <a:lnTo>
                    <a:pt x="4825009" y="1244600"/>
                  </a:lnTo>
                  <a:lnTo>
                    <a:pt x="4848423" y="1282700"/>
                  </a:lnTo>
                  <a:lnTo>
                    <a:pt x="4871183" y="1320800"/>
                  </a:lnTo>
                  <a:lnTo>
                    <a:pt x="4893279" y="1358900"/>
                  </a:lnTo>
                  <a:lnTo>
                    <a:pt x="4914704" y="1397000"/>
                  </a:lnTo>
                  <a:lnTo>
                    <a:pt x="4935451" y="1435100"/>
                  </a:lnTo>
                  <a:lnTo>
                    <a:pt x="4955513" y="1473200"/>
                  </a:lnTo>
                  <a:lnTo>
                    <a:pt x="4974880" y="1524000"/>
                  </a:lnTo>
                  <a:lnTo>
                    <a:pt x="4993547" y="1562100"/>
                  </a:lnTo>
                  <a:lnTo>
                    <a:pt x="5011505" y="1600200"/>
                  </a:lnTo>
                  <a:lnTo>
                    <a:pt x="5028746" y="1651000"/>
                  </a:lnTo>
                  <a:lnTo>
                    <a:pt x="5045264" y="1689100"/>
                  </a:lnTo>
                  <a:lnTo>
                    <a:pt x="5061050" y="1727200"/>
                  </a:lnTo>
                  <a:lnTo>
                    <a:pt x="5076097" y="1778000"/>
                  </a:lnTo>
                  <a:lnTo>
                    <a:pt x="5090397" y="1816100"/>
                  </a:lnTo>
                  <a:lnTo>
                    <a:pt x="5103943" y="1866900"/>
                  </a:lnTo>
                  <a:lnTo>
                    <a:pt x="5116727" y="1905000"/>
                  </a:lnTo>
                  <a:lnTo>
                    <a:pt x="5128741" y="1955800"/>
                  </a:lnTo>
                  <a:lnTo>
                    <a:pt x="5139978" y="1993900"/>
                  </a:lnTo>
                  <a:lnTo>
                    <a:pt x="5150430" y="2044700"/>
                  </a:lnTo>
                  <a:lnTo>
                    <a:pt x="5160090" y="2082800"/>
                  </a:lnTo>
                  <a:lnTo>
                    <a:pt x="5168950" y="2133600"/>
                  </a:lnTo>
                  <a:lnTo>
                    <a:pt x="5177002" y="2184400"/>
                  </a:lnTo>
                  <a:lnTo>
                    <a:pt x="5184239" y="2222500"/>
                  </a:lnTo>
                  <a:lnTo>
                    <a:pt x="5190652" y="2273300"/>
                  </a:lnTo>
                  <a:lnTo>
                    <a:pt x="5196236" y="2324100"/>
                  </a:lnTo>
                  <a:lnTo>
                    <a:pt x="5200981" y="2362200"/>
                  </a:lnTo>
                  <a:lnTo>
                    <a:pt x="5204881" y="2413000"/>
                  </a:lnTo>
                  <a:lnTo>
                    <a:pt x="5207927" y="2463800"/>
                  </a:lnTo>
                  <a:lnTo>
                    <a:pt x="5210112" y="2514600"/>
                  </a:lnTo>
                  <a:lnTo>
                    <a:pt x="5211429" y="2552700"/>
                  </a:lnTo>
                  <a:lnTo>
                    <a:pt x="5211870" y="2603500"/>
                  </a:lnTo>
                  <a:lnTo>
                    <a:pt x="5211429" y="2654300"/>
                  </a:lnTo>
                  <a:lnTo>
                    <a:pt x="5210112" y="2705100"/>
                  </a:lnTo>
                  <a:lnTo>
                    <a:pt x="5207927" y="2755900"/>
                  </a:lnTo>
                  <a:lnTo>
                    <a:pt x="5204881" y="2794000"/>
                  </a:lnTo>
                  <a:lnTo>
                    <a:pt x="5200981" y="2844800"/>
                  </a:lnTo>
                  <a:lnTo>
                    <a:pt x="5196236" y="2895600"/>
                  </a:lnTo>
                  <a:lnTo>
                    <a:pt x="5190652" y="2946400"/>
                  </a:lnTo>
                  <a:lnTo>
                    <a:pt x="5184239" y="2984500"/>
                  </a:lnTo>
                  <a:lnTo>
                    <a:pt x="5177002" y="3035300"/>
                  </a:lnTo>
                  <a:lnTo>
                    <a:pt x="5168950" y="3086100"/>
                  </a:lnTo>
                  <a:lnTo>
                    <a:pt x="5160090" y="3124200"/>
                  </a:lnTo>
                  <a:lnTo>
                    <a:pt x="5150430" y="3175000"/>
                  </a:lnTo>
                  <a:lnTo>
                    <a:pt x="5139978" y="3213100"/>
                  </a:lnTo>
                  <a:lnTo>
                    <a:pt x="5128741" y="3263900"/>
                  </a:lnTo>
                  <a:lnTo>
                    <a:pt x="5116727" y="3302000"/>
                  </a:lnTo>
                  <a:lnTo>
                    <a:pt x="5103943" y="3352800"/>
                  </a:lnTo>
                  <a:lnTo>
                    <a:pt x="5090397" y="3390900"/>
                  </a:lnTo>
                  <a:lnTo>
                    <a:pt x="5076097" y="3441700"/>
                  </a:lnTo>
                  <a:lnTo>
                    <a:pt x="5061050" y="3479800"/>
                  </a:lnTo>
                  <a:lnTo>
                    <a:pt x="5045264" y="3530600"/>
                  </a:lnTo>
                  <a:lnTo>
                    <a:pt x="5028746" y="3568700"/>
                  </a:lnTo>
                  <a:lnTo>
                    <a:pt x="5011505" y="3606800"/>
                  </a:lnTo>
                  <a:lnTo>
                    <a:pt x="4993547" y="3657600"/>
                  </a:lnTo>
                  <a:lnTo>
                    <a:pt x="4974880" y="3695700"/>
                  </a:lnTo>
                  <a:lnTo>
                    <a:pt x="4955513" y="3733800"/>
                  </a:lnTo>
                  <a:lnTo>
                    <a:pt x="4935451" y="3771900"/>
                  </a:lnTo>
                  <a:lnTo>
                    <a:pt x="4914704" y="3822700"/>
                  </a:lnTo>
                  <a:lnTo>
                    <a:pt x="4893279" y="3860800"/>
                  </a:lnTo>
                  <a:lnTo>
                    <a:pt x="4871183" y="3898900"/>
                  </a:lnTo>
                  <a:lnTo>
                    <a:pt x="4848423" y="3937000"/>
                  </a:lnTo>
                  <a:lnTo>
                    <a:pt x="4825009" y="3975100"/>
                  </a:lnTo>
                  <a:lnTo>
                    <a:pt x="4800946" y="4013200"/>
                  </a:lnTo>
                  <a:lnTo>
                    <a:pt x="4776244" y="4051300"/>
                  </a:lnTo>
                  <a:lnTo>
                    <a:pt x="4750909" y="4089400"/>
                  </a:lnTo>
                  <a:lnTo>
                    <a:pt x="4724948" y="4127500"/>
                  </a:lnTo>
                  <a:lnTo>
                    <a:pt x="4698371" y="4165600"/>
                  </a:lnTo>
                  <a:lnTo>
                    <a:pt x="4671183" y="4191000"/>
                  </a:lnTo>
                  <a:lnTo>
                    <a:pt x="4643394" y="4229100"/>
                  </a:lnTo>
                  <a:lnTo>
                    <a:pt x="4615009" y="4267200"/>
                  </a:lnTo>
                  <a:lnTo>
                    <a:pt x="4586038" y="4305300"/>
                  </a:lnTo>
                  <a:lnTo>
                    <a:pt x="4556488" y="4330700"/>
                  </a:lnTo>
                  <a:lnTo>
                    <a:pt x="4526366" y="4368800"/>
                  </a:lnTo>
                  <a:lnTo>
                    <a:pt x="4495679" y="4406900"/>
                  </a:lnTo>
                  <a:lnTo>
                    <a:pt x="4464437" y="4432300"/>
                  </a:lnTo>
                  <a:lnTo>
                    <a:pt x="4432645" y="4470400"/>
                  </a:lnTo>
                  <a:lnTo>
                    <a:pt x="4400312" y="4495800"/>
                  </a:lnTo>
                  <a:lnTo>
                    <a:pt x="4367445" y="4533900"/>
                  </a:lnTo>
                  <a:lnTo>
                    <a:pt x="4334053" y="4559300"/>
                  </a:lnTo>
                  <a:lnTo>
                    <a:pt x="4300141" y="4584700"/>
                  </a:lnTo>
                  <a:lnTo>
                    <a:pt x="4265719" y="4622800"/>
                  </a:lnTo>
                  <a:lnTo>
                    <a:pt x="4230794" y="4648200"/>
                  </a:lnTo>
                  <a:lnTo>
                    <a:pt x="4195373" y="4673600"/>
                  </a:lnTo>
                  <a:lnTo>
                    <a:pt x="4123075" y="4724400"/>
                  </a:lnTo>
                  <a:lnTo>
                    <a:pt x="4048886" y="4775200"/>
                  </a:lnTo>
                  <a:lnTo>
                    <a:pt x="3972866" y="4826000"/>
                  </a:lnTo>
                  <a:lnTo>
                    <a:pt x="3895077" y="4876800"/>
                  </a:lnTo>
                  <a:lnTo>
                    <a:pt x="3855538" y="4889500"/>
                  </a:lnTo>
                  <a:lnTo>
                    <a:pt x="3775210" y="4940300"/>
                  </a:lnTo>
                  <a:lnTo>
                    <a:pt x="3734435" y="4953000"/>
                  </a:lnTo>
                  <a:lnTo>
                    <a:pt x="3693264" y="4978400"/>
                  </a:lnTo>
                  <a:lnTo>
                    <a:pt x="3651703" y="4991100"/>
                  </a:lnTo>
                  <a:lnTo>
                    <a:pt x="3609761" y="5016500"/>
                  </a:lnTo>
                  <a:lnTo>
                    <a:pt x="3524764" y="5041900"/>
                  </a:lnTo>
                  <a:lnTo>
                    <a:pt x="3481723" y="5067300"/>
                  </a:lnTo>
                  <a:lnTo>
                    <a:pt x="3171037" y="5156200"/>
                  </a:lnTo>
                  <a:close/>
                </a:path>
                <a:path w="5212080" h="5207000">
                  <a:moveTo>
                    <a:pt x="3033267" y="5181600"/>
                  </a:moveTo>
                  <a:lnTo>
                    <a:pt x="2178602" y="5181600"/>
                  </a:lnTo>
                  <a:lnTo>
                    <a:pt x="2086468" y="5156200"/>
                  </a:lnTo>
                  <a:lnTo>
                    <a:pt x="3125401" y="5156200"/>
                  </a:lnTo>
                  <a:lnTo>
                    <a:pt x="3033267" y="5181600"/>
                  </a:lnTo>
                  <a:close/>
                </a:path>
                <a:path w="5212080" h="5207000">
                  <a:moveTo>
                    <a:pt x="2940033" y="5194300"/>
                  </a:moveTo>
                  <a:lnTo>
                    <a:pt x="2271836" y="5194300"/>
                  </a:lnTo>
                  <a:lnTo>
                    <a:pt x="2225085" y="5181600"/>
                  </a:lnTo>
                  <a:lnTo>
                    <a:pt x="2986784" y="5181600"/>
                  </a:lnTo>
                  <a:lnTo>
                    <a:pt x="2940033" y="5194300"/>
                  </a:lnTo>
                  <a:close/>
                </a:path>
                <a:path w="5212080" h="5207000">
                  <a:moveTo>
                    <a:pt x="2845761" y="5207000"/>
                  </a:moveTo>
                  <a:lnTo>
                    <a:pt x="2366108" y="5207000"/>
                  </a:lnTo>
                  <a:lnTo>
                    <a:pt x="2318846" y="5194300"/>
                  </a:lnTo>
                  <a:lnTo>
                    <a:pt x="2893023" y="5194300"/>
                  </a:lnTo>
                  <a:lnTo>
                    <a:pt x="2845761" y="5207000"/>
                  </a:lnTo>
                  <a:close/>
                </a:path>
              </a:pathLst>
            </a:custGeom>
            <a:solidFill>
              <a:srgbClr val="46F0DB">
                <a:alpha val="50000"/>
              </a:srgbClr>
            </a:solidFill>
          </p:spPr>
          <p:txBody>
            <a:bodyPr wrap="square" lIns="0" tIns="0" rIns="0" bIns="0" rtlCol="0"/>
            <a:lstStyle/>
            <a:p>
              <a:endParaRPr/>
            </a:p>
          </p:txBody>
        </p:sp>
      </p:grpSp>
      <p:sp>
        <p:nvSpPr>
          <p:cNvPr id="7" name="object 7" descr="$PPTXTitle"/>
          <p:cNvSpPr txBox="1">
            <a:spLocks noGrp="1"/>
          </p:cNvSpPr>
          <p:nvPr>
            <p:ph type="title"/>
          </p:nvPr>
        </p:nvSpPr>
        <p:spPr>
          <a:xfrm>
            <a:off x="372889" y="-111645"/>
            <a:ext cx="8491220" cy="2336165"/>
          </a:xfrm>
          <a:prstGeom prst="rect">
            <a:avLst/>
          </a:prstGeom>
        </p:spPr>
        <p:txBody>
          <a:bodyPr vert="horz" wrap="square" lIns="0" tIns="386715" rIns="0" bIns="0" rtlCol="0">
            <a:spAutoFit/>
          </a:bodyPr>
          <a:lstStyle/>
          <a:p>
            <a:pPr marL="12700" algn="just">
              <a:lnSpc>
                <a:spcPct val="100000"/>
              </a:lnSpc>
              <a:spcBef>
                <a:spcPts val="3045"/>
              </a:spcBef>
            </a:pPr>
            <a:r>
              <a:rPr sz="5250" spc="140" dirty="0"/>
              <a:t>Project</a:t>
            </a:r>
            <a:r>
              <a:rPr sz="5250" spc="-340" dirty="0"/>
              <a:t> </a:t>
            </a:r>
            <a:r>
              <a:rPr sz="5250" spc="235" dirty="0"/>
              <a:t>Overview</a:t>
            </a:r>
            <a:endParaRPr sz="5250"/>
          </a:p>
          <a:p>
            <a:pPr marL="12700" marR="5080" algn="just">
              <a:lnSpc>
                <a:spcPct val="116700"/>
              </a:lnSpc>
              <a:spcBef>
                <a:spcPts val="545"/>
              </a:spcBef>
            </a:pPr>
            <a:r>
              <a:rPr sz="1500" b="0" dirty="0">
                <a:latin typeface="Trebuchet MS"/>
                <a:cs typeface="Trebuchet MS"/>
              </a:rPr>
              <a:t>This</a:t>
            </a:r>
            <a:r>
              <a:rPr sz="1500" b="0" spc="135" dirty="0">
                <a:latin typeface="Trebuchet MS"/>
                <a:cs typeface="Trebuchet MS"/>
              </a:rPr>
              <a:t> </a:t>
            </a:r>
            <a:r>
              <a:rPr sz="1500" b="0" spc="50" dirty="0">
                <a:latin typeface="Trebuchet MS"/>
                <a:cs typeface="Trebuchet MS"/>
              </a:rPr>
              <a:t>project</a:t>
            </a:r>
            <a:r>
              <a:rPr sz="1500" b="0" spc="140" dirty="0">
                <a:latin typeface="Trebuchet MS"/>
                <a:cs typeface="Trebuchet MS"/>
              </a:rPr>
              <a:t> </a:t>
            </a:r>
            <a:r>
              <a:rPr sz="1500" b="0" spc="105" dirty="0">
                <a:latin typeface="Trebuchet MS"/>
                <a:cs typeface="Trebuchet MS"/>
              </a:rPr>
              <a:t>analyzes</a:t>
            </a:r>
            <a:r>
              <a:rPr sz="1500" b="0" spc="135" dirty="0">
                <a:latin typeface="Trebuchet MS"/>
                <a:cs typeface="Trebuchet MS"/>
              </a:rPr>
              <a:t> </a:t>
            </a:r>
            <a:r>
              <a:rPr sz="1500" b="0" spc="114" dirty="0">
                <a:latin typeface="Trebuchet MS"/>
                <a:cs typeface="Trebuchet MS"/>
              </a:rPr>
              <a:t>customer</a:t>
            </a:r>
            <a:r>
              <a:rPr sz="1500" b="0" spc="140" dirty="0">
                <a:latin typeface="Trebuchet MS"/>
                <a:cs typeface="Trebuchet MS"/>
              </a:rPr>
              <a:t> data </a:t>
            </a:r>
            <a:r>
              <a:rPr sz="1500" b="0" dirty="0">
                <a:latin typeface="Trebuchet MS"/>
                <a:cs typeface="Trebuchet MS"/>
              </a:rPr>
              <a:t>for</a:t>
            </a:r>
            <a:r>
              <a:rPr sz="1500" b="0" spc="135" dirty="0">
                <a:latin typeface="Trebuchet MS"/>
                <a:cs typeface="Trebuchet MS"/>
              </a:rPr>
              <a:t> </a:t>
            </a:r>
            <a:r>
              <a:rPr sz="1500" b="0" spc="140" dirty="0">
                <a:latin typeface="Trebuchet MS"/>
                <a:cs typeface="Trebuchet MS"/>
              </a:rPr>
              <a:t>shopping </a:t>
            </a:r>
            <a:r>
              <a:rPr sz="1500" b="0" spc="125" dirty="0">
                <a:latin typeface="Trebuchet MS"/>
                <a:cs typeface="Trebuchet MS"/>
              </a:rPr>
              <a:t>using</a:t>
            </a:r>
            <a:r>
              <a:rPr sz="1500" b="0" spc="135" dirty="0">
                <a:latin typeface="Trebuchet MS"/>
                <a:cs typeface="Trebuchet MS"/>
              </a:rPr>
              <a:t> </a:t>
            </a:r>
            <a:r>
              <a:rPr sz="1500" b="0" spc="75" dirty="0">
                <a:latin typeface="Trebuchet MS"/>
                <a:cs typeface="Trebuchet MS"/>
              </a:rPr>
              <a:t>Power</a:t>
            </a:r>
            <a:r>
              <a:rPr sz="1500" b="0" spc="140" dirty="0">
                <a:latin typeface="Trebuchet MS"/>
                <a:cs typeface="Trebuchet MS"/>
              </a:rPr>
              <a:t> </a:t>
            </a:r>
            <a:r>
              <a:rPr sz="1500" b="0" dirty="0">
                <a:latin typeface="Trebuchet MS"/>
                <a:cs typeface="Trebuchet MS"/>
              </a:rPr>
              <a:t>BI</a:t>
            </a:r>
            <a:r>
              <a:rPr sz="1500" b="0" spc="140" dirty="0">
                <a:latin typeface="Trebuchet MS"/>
                <a:cs typeface="Trebuchet MS"/>
              </a:rPr>
              <a:t> </a:t>
            </a:r>
            <a:r>
              <a:rPr sz="1500" b="0" spc="50" dirty="0">
                <a:latin typeface="Trebuchet MS"/>
                <a:cs typeface="Trebuchet MS"/>
              </a:rPr>
              <a:t>to</a:t>
            </a:r>
            <a:r>
              <a:rPr sz="1500" b="0" spc="135" dirty="0">
                <a:latin typeface="Trebuchet MS"/>
                <a:cs typeface="Trebuchet MS"/>
              </a:rPr>
              <a:t> </a:t>
            </a:r>
            <a:r>
              <a:rPr sz="1500" b="0" dirty="0">
                <a:latin typeface="Trebuchet MS"/>
                <a:cs typeface="Trebuchet MS"/>
              </a:rPr>
              <a:t>identify</a:t>
            </a:r>
            <a:r>
              <a:rPr sz="1500" b="0" spc="140" dirty="0">
                <a:latin typeface="Trebuchet MS"/>
                <a:cs typeface="Trebuchet MS"/>
              </a:rPr>
              <a:t> </a:t>
            </a:r>
            <a:r>
              <a:rPr sz="1500" b="0" spc="120" dirty="0">
                <a:latin typeface="Trebuchet MS"/>
                <a:cs typeface="Trebuchet MS"/>
              </a:rPr>
              <a:t>purchasing </a:t>
            </a:r>
            <a:r>
              <a:rPr sz="1500" b="0" spc="60" dirty="0">
                <a:latin typeface="Trebuchet MS"/>
                <a:cs typeface="Trebuchet MS"/>
              </a:rPr>
              <a:t>behavior,</a:t>
            </a:r>
            <a:r>
              <a:rPr sz="1500" b="0" spc="50" dirty="0">
                <a:latin typeface="Trebuchet MS"/>
                <a:cs typeface="Trebuchet MS"/>
              </a:rPr>
              <a:t> </a:t>
            </a:r>
            <a:r>
              <a:rPr sz="1500" b="0" spc="114" dirty="0">
                <a:latin typeface="Trebuchet MS"/>
                <a:cs typeface="Trebuchet MS"/>
              </a:rPr>
              <a:t>customer</a:t>
            </a:r>
            <a:r>
              <a:rPr sz="1500" b="0" spc="55" dirty="0">
                <a:latin typeface="Trebuchet MS"/>
                <a:cs typeface="Trebuchet MS"/>
              </a:rPr>
              <a:t> </a:t>
            </a:r>
            <a:r>
              <a:rPr sz="1500" b="0" spc="114" dirty="0">
                <a:latin typeface="Trebuchet MS"/>
                <a:cs typeface="Trebuchet MS"/>
              </a:rPr>
              <a:t>demographics,</a:t>
            </a:r>
            <a:r>
              <a:rPr sz="1500" b="0" spc="55" dirty="0">
                <a:latin typeface="Trebuchet MS"/>
                <a:cs typeface="Trebuchet MS"/>
              </a:rPr>
              <a:t> </a:t>
            </a:r>
            <a:r>
              <a:rPr sz="1500" b="0" spc="175" dirty="0">
                <a:latin typeface="Trebuchet MS"/>
                <a:cs typeface="Trebuchet MS"/>
              </a:rPr>
              <a:t>and</a:t>
            </a:r>
            <a:r>
              <a:rPr sz="1500" b="0" spc="55" dirty="0">
                <a:latin typeface="Trebuchet MS"/>
                <a:cs typeface="Trebuchet MS"/>
              </a:rPr>
              <a:t> </a:t>
            </a:r>
            <a:r>
              <a:rPr sz="1500" b="0" spc="114" dirty="0">
                <a:latin typeface="Trebuchet MS"/>
                <a:cs typeface="Trebuchet MS"/>
              </a:rPr>
              <a:t>sales</a:t>
            </a:r>
            <a:r>
              <a:rPr sz="1500" b="0" spc="55" dirty="0">
                <a:latin typeface="Trebuchet MS"/>
                <a:cs typeface="Trebuchet MS"/>
              </a:rPr>
              <a:t> </a:t>
            </a:r>
            <a:r>
              <a:rPr sz="1500" b="0" dirty="0">
                <a:latin typeface="Trebuchet MS"/>
                <a:cs typeface="Trebuchet MS"/>
              </a:rPr>
              <a:t>trends.</a:t>
            </a:r>
            <a:r>
              <a:rPr sz="1500" b="0" spc="50" dirty="0">
                <a:latin typeface="Trebuchet MS"/>
                <a:cs typeface="Trebuchet MS"/>
              </a:rPr>
              <a:t> </a:t>
            </a:r>
            <a:r>
              <a:rPr sz="1500" b="0" spc="55" dirty="0">
                <a:latin typeface="Trebuchet MS"/>
                <a:cs typeface="Trebuchet MS"/>
              </a:rPr>
              <a:t>The </a:t>
            </a:r>
            <a:r>
              <a:rPr sz="1500" b="0" spc="50" dirty="0">
                <a:latin typeface="Trebuchet MS"/>
                <a:cs typeface="Trebuchet MS"/>
              </a:rPr>
              <a:t>project</a:t>
            </a:r>
            <a:r>
              <a:rPr sz="1500" b="0" spc="55" dirty="0">
                <a:latin typeface="Trebuchet MS"/>
                <a:cs typeface="Trebuchet MS"/>
              </a:rPr>
              <a:t> </a:t>
            </a:r>
            <a:r>
              <a:rPr sz="1500" b="0" spc="80" dirty="0">
                <a:latin typeface="Trebuchet MS"/>
                <a:cs typeface="Trebuchet MS"/>
              </a:rPr>
              <a:t>involves</a:t>
            </a:r>
            <a:r>
              <a:rPr sz="1500" b="0" spc="55" dirty="0">
                <a:latin typeface="Trebuchet MS"/>
                <a:cs typeface="Trebuchet MS"/>
              </a:rPr>
              <a:t> </a:t>
            </a:r>
            <a:r>
              <a:rPr sz="1500" b="0" spc="140" dirty="0">
                <a:latin typeface="Trebuchet MS"/>
                <a:cs typeface="Trebuchet MS"/>
              </a:rPr>
              <a:t>data</a:t>
            </a:r>
            <a:r>
              <a:rPr sz="1500" b="0" spc="55" dirty="0">
                <a:latin typeface="Trebuchet MS"/>
                <a:cs typeface="Trebuchet MS"/>
              </a:rPr>
              <a:t> </a:t>
            </a:r>
            <a:r>
              <a:rPr sz="1500" b="0" spc="60" dirty="0">
                <a:latin typeface="Trebuchet MS"/>
                <a:cs typeface="Trebuchet MS"/>
              </a:rPr>
              <a:t>cleaning, transformation,</a:t>
            </a:r>
            <a:r>
              <a:rPr sz="1500" b="0" spc="105" dirty="0">
                <a:latin typeface="Trebuchet MS"/>
                <a:cs typeface="Trebuchet MS"/>
              </a:rPr>
              <a:t>  </a:t>
            </a:r>
            <a:r>
              <a:rPr sz="1500" b="0" dirty="0">
                <a:latin typeface="Trebuchet MS"/>
                <a:cs typeface="Trebuchet MS"/>
              </a:rPr>
              <a:t>visualization,</a:t>
            </a:r>
            <a:r>
              <a:rPr sz="1500" b="0" spc="110" dirty="0">
                <a:latin typeface="Trebuchet MS"/>
                <a:cs typeface="Trebuchet MS"/>
              </a:rPr>
              <a:t>  </a:t>
            </a:r>
            <a:r>
              <a:rPr sz="1500" b="0" spc="175" dirty="0">
                <a:latin typeface="Trebuchet MS"/>
                <a:cs typeface="Trebuchet MS"/>
              </a:rPr>
              <a:t>and</a:t>
            </a:r>
            <a:r>
              <a:rPr sz="1500" b="0" spc="105" dirty="0">
                <a:latin typeface="Trebuchet MS"/>
                <a:cs typeface="Trebuchet MS"/>
              </a:rPr>
              <a:t>  </a:t>
            </a:r>
            <a:r>
              <a:rPr sz="1500" b="0" spc="155" dirty="0">
                <a:latin typeface="Trebuchet MS"/>
                <a:cs typeface="Trebuchet MS"/>
              </a:rPr>
              <a:t>dashboard</a:t>
            </a:r>
            <a:r>
              <a:rPr sz="1500" b="0" spc="110" dirty="0">
                <a:latin typeface="Trebuchet MS"/>
                <a:cs typeface="Trebuchet MS"/>
              </a:rPr>
              <a:t>  development</a:t>
            </a:r>
            <a:r>
              <a:rPr sz="1500" b="0" spc="105" dirty="0">
                <a:latin typeface="Trebuchet MS"/>
                <a:cs typeface="Trebuchet MS"/>
              </a:rPr>
              <a:t>  </a:t>
            </a:r>
            <a:r>
              <a:rPr sz="1500" b="0" spc="50" dirty="0">
                <a:latin typeface="Trebuchet MS"/>
                <a:cs typeface="Trebuchet MS"/>
              </a:rPr>
              <a:t>to</a:t>
            </a:r>
            <a:r>
              <a:rPr sz="1500" b="0" spc="110" dirty="0">
                <a:latin typeface="Trebuchet MS"/>
                <a:cs typeface="Trebuchet MS"/>
              </a:rPr>
              <a:t>  </a:t>
            </a:r>
            <a:r>
              <a:rPr sz="1500" b="0" spc="105" dirty="0">
                <a:latin typeface="Trebuchet MS"/>
                <a:cs typeface="Trebuchet MS"/>
              </a:rPr>
              <a:t>generate  </a:t>
            </a:r>
            <a:r>
              <a:rPr sz="1500" b="0" spc="95" dirty="0">
                <a:latin typeface="Trebuchet MS"/>
                <a:cs typeface="Trebuchet MS"/>
              </a:rPr>
              <a:t>meaningful </a:t>
            </a:r>
            <a:r>
              <a:rPr sz="1500" b="0" spc="120" dirty="0">
                <a:latin typeface="Trebuchet MS"/>
                <a:cs typeface="Trebuchet MS"/>
              </a:rPr>
              <a:t>business</a:t>
            </a:r>
            <a:r>
              <a:rPr sz="1500" b="0" spc="-30" dirty="0">
                <a:latin typeface="Trebuchet MS"/>
                <a:cs typeface="Trebuchet MS"/>
              </a:rPr>
              <a:t> </a:t>
            </a:r>
            <a:r>
              <a:rPr sz="1500" b="0" spc="85" dirty="0">
                <a:latin typeface="Trebuchet MS"/>
                <a:cs typeface="Trebuchet MS"/>
              </a:rPr>
              <a:t>insights</a:t>
            </a:r>
            <a:r>
              <a:rPr sz="1500" b="0" spc="-30" dirty="0">
                <a:latin typeface="Trebuchet MS"/>
                <a:cs typeface="Trebuchet MS"/>
              </a:rPr>
              <a:t> </a:t>
            </a:r>
            <a:r>
              <a:rPr sz="1500" b="0" spc="175" dirty="0">
                <a:latin typeface="Trebuchet MS"/>
                <a:cs typeface="Trebuchet MS"/>
              </a:rPr>
              <a:t>and</a:t>
            </a:r>
            <a:r>
              <a:rPr sz="1500" b="0" spc="-30" dirty="0">
                <a:latin typeface="Trebuchet MS"/>
                <a:cs typeface="Trebuchet MS"/>
              </a:rPr>
              <a:t> </a:t>
            </a:r>
            <a:r>
              <a:rPr sz="1500" b="0" spc="100" dirty="0">
                <a:latin typeface="Trebuchet MS"/>
                <a:cs typeface="Trebuchet MS"/>
              </a:rPr>
              <a:t>support</a:t>
            </a:r>
            <a:r>
              <a:rPr sz="1500" b="0" spc="-30" dirty="0">
                <a:latin typeface="Trebuchet MS"/>
                <a:cs typeface="Trebuchet MS"/>
              </a:rPr>
              <a:t> </a:t>
            </a:r>
            <a:r>
              <a:rPr sz="1500" b="0" spc="165" dirty="0">
                <a:latin typeface="Trebuchet MS"/>
                <a:cs typeface="Trebuchet MS"/>
              </a:rPr>
              <a:t>data-</a:t>
            </a:r>
            <a:r>
              <a:rPr sz="1500" b="0" spc="70" dirty="0">
                <a:latin typeface="Trebuchet MS"/>
                <a:cs typeface="Trebuchet MS"/>
              </a:rPr>
              <a:t>driven</a:t>
            </a:r>
            <a:r>
              <a:rPr sz="1500" b="0" spc="-25" dirty="0">
                <a:latin typeface="Trebuchet MS"/>
                <a:cs typeface="Trebuchet MS"/>
              </a:rPr>
              <a:t> </a:t>
            </a:r>
            <a:r>
              <a:rPr sz="1500" b="0" spc="114" dirty="0">
                <a:latin typeface="Trebuchet MS"/>
                <a:cs typeface="Trebuchet MS"/>
              </a:rPr>
              <a:t>decision-</a:t>
            </a:r>
            <a:r>
              <a:rPr sz="1500" b="0" spc="75" dirty="0">
                <a:latin typeface="Trebuchet MS"/>
                <a:cs typeface="Trebuchet MS"/>
              </a:rPr>
              <a:t>making.</a:t>
            </a:r>
            <a:endParaRPr sz="1500">
              <a:latin typeface="Trebuchet MS"/>
              <a:cs typeface="Trebuchet MS"/>
            </a:endParaRPr>
          </a:p>
        </p:txBody>
      </p:sp>
      <p:sp>
        <p:nvSpPr>
          <p:cNvPr id="8" name="object 8"/>
          <p:cNvSpPr txBox="1"/>
          <p:nvPr/>
        </p:nvSpPr>
        <p:spPr>
          <a:xfrm>
            <a:off x="372889" y="2228177"/>
            <a:ext cx="8450580" cy="3413125"/>
          </a:xfrm>
          <a:prstGeom prst="rect">
            <a:avLst/>
          </a:prstGeom>
        </p:spPr>
        <p:txBody>
          <a:bodyPr vert="horz" wrap="square" lIns="0" tIns="394970" rIns="0" bIns="0" rtlCol="0">
            <a:spAutoFit/>
          </a:bodyPr>
          <a:lstStyle/>
          <a:p>
            <a:pPr marL="12700">
              <a:lnSpc>
                <a:spcPct val="100000"/>
              </a:lnSpc>
              <a:spcBef>
                <a:spcPts val="3110"/>
              </a:spcBef>
            </a:pPr>
            <a:r>
              <a:rPr sz="5250" b="1" spc="125" dirty="0">
                <a:solidFill>
                  <a:srgbClr val="FFFFFF"/>
                </a:solidFill>
                <a:latin typeface="Arial"/>
                <a:cs typeface="Arial"/>
              </a:rPr>
              <a:t>Scope</a:t>
            </a:r>
            <a:r>
              <a:rPr sz="5250" b="1" spc="-340" dirty="0">
                <a:solidFill>
                  <a:srgbClr val="FFFFFF"/>
                </a:solidFill>
                <a:latin typeface="Arial"/>
                <a:cs typeface="Arial"/>
              </a:rPr>
              <a:t> </a:t>
            </a:r>
            <a:r>
              <a:rPr sz="5250" b="1" spc="105" dirty="0">
                <a:solidFill>
                  <a:srgbClr val="FFFFFF"/>
                </a:solidFill>
                <a:latin typeface="Arial"/>
                <a:cs typeface="Arial"/>
              </a:rPr>
              <a:t>of</a:t>
            </a:r>
            <a:r>
              <a:rPr sz="5250" b="1" spc="-340" dirty="0">
                <a:solidFill>
                  <a:srgbClr val="FFFFFF"/>
                </a:solidFill>
                <a:latin typeface="Arial"/>
                <a:cs typeface="Arial"/>
              </a:rPr>
              <a:t> </a:t>
            </a:r>
            <a:r>
              <a:rPr sz="5250" b="1" spc="310" dirty="0">
                <a:solidFill>
                  <a:srgbClr val="FFFFFF"/>
                </a:solidFill>
                <a:latin typeface="Arial"/>
                <a:cs typeface="Arial"/>
              </a:rPr>
              <a:t>the</a:t>
            </a:r>
            <a:r>
              <a:rPr sz="5250" b="1" spc="-340" dirty="0">
                <a:solidFill>
                  <a:srgbClr val="FFFFFF"/>
                </a:solidFill>
                <a:latin typeface="Arial"/>
                <a:cs typeface="Arial"/>
              </a:rPr>
              <a:t> </a:t>
            </a:r>
            <a:r>
              <a:rPr sz="5250" b="1" spc="130" dirty="0">
                <a:solidFill>
                  <a:srgbClr val="FFFFFF"/>
                </a:solidFill>
                <a:latin typeface="Arial"/>
                <a:cs typeface="Arial"/>
              </a:rPr>
              <a:t>Project</a:t>
            </a:r>
            <a:endParaRPr sz="5250">
              <a:latin typeface="Arial"/>
              <a:cs typeface="Arial"/>
            </a:endParaRPr>
          </a:p>
          <a:p>
            <a:pPr marL="12700" marR="5080">
              <a:lnSpc>
                <a:spcPct val="116700"/>
              </a:lnSpc>
              <a:spcBef>
                <a:spcPts val="565"/>
              </a:spcBef>
            </a:pPr>
            <a:r>
              <a:rPr sz="1500" dirty="0">
                <a:solidFill>
                  <a:srgbClr val="FFFFFF"/>
                </a:solidFill>
                <a:latin typeface="Verdana"/>
                <a:cs typeface="Verdana"/>
              </a:rPr>
              <a:t>Add</a:t>
            </a:r>
            <a:r>
              <a:rPr sz="1500" spc="-125" dirty="0">
                <a:solidFill>
                  <a:srgbClr val="FFFFFF"/>
                </a:solidFill>
                <a:latin typeface="Verdana"/>
                <a:cs typeface="Verdana"/>
              </a:rPr>
              <a:t> </a:t>
            </a:r>
            <a:r>
              <a:rPr sz="1500" spc="-45" dirty="0">
                <a:solidFill>
                  <a:srgbClr val="FFFFFF"/>
                </a:solidFill>
                <a:latin typeface="Verdana"/>
                <a:cs typeface="Verdana"/>
              </a:rPr>
              <a:t>The</a:t>
            </a:r>
            <a:r>
              <a:rPr sz="1500" spc="-125" dirty="0">
                <a:solidFill>
                  <a:srgbClr val="FFFFFF"/>
                </a:solidFill>
                <a:latin typeface="Verdana"/>
                <a:cs typeface="Verdana"/>
              </a:rPr>
              <a:t> </a:t>
            </a:r>
            <a:r>
              <a:rPr sz="1500" dirty="0">
                <a:solidFill>
                  <a:srgbClr val="FFFFFF"/>
                </a:solidFill>
                <a:latin typeface="Verdana"/>
                <a:cs typeface="Verdana"/>
              </a:rPr>
              <a:t>scope</a:t>
            </a:r>
            <a:r>
              <a:rPr sz="1500" spc="-125" dirty="0">
                <a:solidFill>
                  <a:srgbClr val="FFFFFF"/>
                </a:solidFill>
                <a:latin typeface="Verdana"/>
                <a:cs typeface="Verdana"/>
              </a:rPr>
              <a:t> </a:t>
            </a:r>
            <a:r>
              <a:rPr sz="1500" dirty="0">
                <a:solidFill>
                  <a:srgbClr val="FFFFFF"/>
                </a:solidFill>
                <a:latin typeface="Verdana"/>
                <a:cs typeface="Verdana"/>
              </a:rPr>
              <a:t>of</a:t>
            </a:r>
            <a:r>
              <a:rPr sz="1500" spc="-125" dirty="0">
                <a:solidFill>
                  <a:srgbClr val="FFFFFF"/>
                </a:solidFill>
                <a:latin typeface="Verdana"/>
                <a:cs typeface="Verdana"/>
              </a:rPr>
              <a:t> </a:t>
            </a:r>
            <a:r>
              <a:rPr sz="1500" spc="-20" dirty="0">
                <a:solidFill>
                  <a:srgbClr val="FFFFFF"/>
                </a:solidFill>
                <a:latin typeface="Verdana"/>
                <a:cs typeface="Verdana"/>
              </a:rPr>
              <a:t>this</a:t>
            </a:r>
            <a:r>
              <a:rPr sz="1500" spc="-125" dirty="0">
                <a:solidFill>
                  <a:srgbClr val="FFFFFF"/>
                </a:solidFill>
                <a:latin typeface="Verdana"/>
                <a:cs typeface="Verdana"/>
              </a:rPr>
              <a:t> </a:t>
            </a:r>
            <a:r>
              <a:rPr sz="1500" spc="-20" dirty="0">
                <a:solidFill>
                  <a:srgbClr val="FFFFFF"/>
                </a:solidFill>
                <a:latin typeface="Verdana"/>
                <a:cs typeface="Verdana"/>
              </a:rPr>
              <a:t>project</a:t>
            </a:r>
            <a:r>
              <a:rPr sz="1500" spc="-125" dirty="0">
                <a:solidFill>
                  <a:srgbClr val="FFFFFF"/>
                </a:solidFill>
                <a:latin typeface="Verdana"/>
                <a:cs typeface="Verdana"/>
              </a:rPr>
              <a:t> </a:t>
            </a:r>
            <a:r>
              <a:rPr sz="1500" spc="-30" dirty="0">
                <a:solidFill>
                  <a:srgbClr val="FFFFFF"/>
                </a:solidFill>
                <a:latin typeface="Verdana"/>
                <a:cs typeface="Verdana"/>
              </a:rPr>
              <a:t>is</a:t>
            </a:r>
            <a:r>
              <a:rPr sz="1500" spc="-125" dirty="0">
                <a:solidFill>
                  <a:srgbClr val="FFFFFF"/>
                </a:solidFill>
                <a:latin typeface="Verdana"/>
                <a:cs typeface="Verdana"/>
              </a:rPr>
              <a:t> </a:t>
            </a:r>
            <a:r>
              <a:rPr sz="1500" dirty="0">
                <a:solidFill>
                  <a:srgbClr val="FFFFFF"/>
                </a:solidFill>
                <a:latin typeface="Verdana"/>
                <a:cs typeface="Verdana"/>
              </a:rPr>
              <a:t>to</a:t>
            </a:r>
            <a:r>
              <a:rPr sz="1500" spc="-125" dirty="0">
                <a:solidFill>
                  <a:srgbClr val="FFFFFF"/>
                </a:solidFill>
                <a:latin typeface="Verdana"/>
                <a:cs typeface="Verdana"/>
              </a:rPr>
              <a:t> </a:t>
            </a:r>
            <a:r>
              <a:rPr sz="1500" spc="-50" dirty="0">
                <a:solidFill>
                  <a:srgbClr val="FFFFFF"/>
                </a:solidFill>
                <a:latin typeface="Verdana"/>
                <a:cs typeface="Verdana"/>
              </a:rPr>
              <a:t>analyze</a:t>
            </a:r>
            <a:r>
              <a:rPr sz="1500" spc="-125" dirty="0">
                <a:solidFill>
                  <a:srgbClr val="FFFFFF"/>
                </a:solidFill>
                <a:latin typeface="Verdana"/>
                <a:cs typeface="Verdana"/>
              </a:rPr>
              <a:t> </a:t>
            </a:r>
            <a:r>
              <a:rPr sz="1500" spc="-25" dirty="0">
                <a:solidFill>
                  <a:srgbClr val="FFFFFF"/>
                </a:solidFill>
                <a:latin typeface="Verdana"/>
                <a:cs typeface="Verdana"/>
              </a:rPr>
              <a:t>customer</a:t>
            </a:r>
            <a:r>
              <a:rPr sz="1500" spc="-125" dirty="0">
                <a:solidFill>
                  <a:srgbClr val="FFFFFF"/>
                </a:solidFill>
                <a:latin typeface="Verdana"/>
                <a:cs typeface="Verdana"/>
              </a:rPr>
              <a:t> </a:t>
            </a:r>
            <a:r>
              <a:rPr sz="1500" spc="-25" dirty="0">
                <a:solidFill>
                  <a:srgbClr val="FFFFFF"/>
                </a:solidFill>
                <a:latin typeface="Verdana"/>
                <a:cs typeface="Verdana"/>
              </a:rPr>
              <a:t>shopping</a:t>
            </a:r>
            <a:r>
              <a:rPr sz="1500" spc="-125" dirty="0">
                <a:solidFill>
                  <a:srgbClr val="FFFFFF"/>
                </a:solidFill>
                <a:latin typeface="Verdana"/>
                <a:cs typeface="Verdana"/>
              </a:rPr>
              <a:t> </a:t>
            </a:r>
            <a:r>
              <a:rPr sz="1500" spc="-30" dirty="0">
                <a:solidFill>
                  <a:srgbClr val="FFFFFF"/>
                </a:solidFill>
                <a:latin typeface="Verdana"/>
                <a:cs typeface="Verdana"/>
              </a:rPr>
              <a:t>behavior</a:t>
            </a:r>
            <a:r>
              <a:rPr sz="1500" spc="-125" dirty="0">
                <a:solidFill>
                  <a:srgbClr val="FFFFFF"/>
                </a:solidFill>
                <a:latin typeface="Verdana"/>
                <a:cs typeface="Verdana"/>
              </a:rPr>
              <a:t> </a:t>
            </a:r>
            <a:r>
              <a:rPr sz="1500" spc="-55" dirty="0">
                <a:solidFill>
                  <a:srgbClr val="FFFFFF"/>
                </a:solidFill>
                <a:latin typeface="Verdana"/>
                <a:cs typeface="Verdana"/>
              </a:rPr>
              <a:t>using</a:t>
            </a:r>
            <a:r>
              <a:rPr sz="1500" spc="-125" dirty="0">
                <a:solidFill>
                  <a:srgbClr val="FFFFFF"/>
                </a:solidFill>
                <a:latin typeface="Verdana"/>
                <a:cs typeface="Verdana"/>
              </a:rPr>
              <a:t> </a:t>
            </a:r>
            <a:r>
              <a:rPr sz="1500" spc="-25" dirty="0">
                <a:solidFill>
                  <a:srgbClr val="FFFFFF"/>
                </a:solidFill>
                <a:latin typeface="Verdana"/>
                <a:cs typeface="Verdana"/>
              </a:rPr>
              <a:t>Power</a:t>
            </a:r>
            <a:r>
              <a:rPr sz="1500" spc="-120" dirty="0">
                <a:solidFill>
                  <a:srgbClr val="FFFFFF"/>
                </a:solidFill>
                <a:latin typeface="Verdana"/>
                <a:cs typeface="Verdana"/>
              </a:rPr>
              <a:t> </a:t>
            </a:r>
            <a:r>
              <a:rPr sz="1500" spc="-100" dirty="0">
                <a:solidFill>
                  <a:srgbClr val="FFFFFF"/>
                </a:solidFill>
                <a:latin typeface="Verdana"/>
                <a:cs typeface="Verdana"/>
              </a:rPr>
              <a:t>BI</a:t>
            </a:r>
            <a:r>
              <a:rPr sz="1500" spc="-125" dirty="0">
                <a:solidFill>
                  <a:srgbClr val="FFFFFF"/>
                </a:solidFill>
                <a:latin typeface="Verdana"/>
                <a:cs typeface="Verdana"/>
              </a:rPr>
              <a:t> </a:t>
            </a:r>
            <a:r>
              <a:rPr sz="1500" spc="-25" dirty="0">
                <a:solidFill>
                  <a:srgbClr val="FFFFFF"/>
                </a:solidFill>
                <a:latin typeface="Verdana"/>
                <a:cs typeface="Verdana"/>
              </a:rPr>
              <a:t>by </a:t>
            </a:r>
            <a:r>
              <a:rPr sz="1500" spc="-70" dirty="0">
                <a:solidFill>
                  <a:srgbClr val="FFFFFF"/>
                </a:solidFill>
                <a:latin typeface="Verdana"/>
                <a:cs typeface="Verdana"/>
              </a:rPr>
              <a:t>examining</a:t>
            </a:r>
            <a:r>
              <a:rPr sz="1500" spc="-110" dirty="0">
                <a:solidFill>
                  <a:srgbClr val="FFFFFF"/>
                </a:solidFill>
                <a:latin typeface="Verdana"/>
                <a:cs typeface="Verdana"/>
              </a:rPr>
              <a:t> </a:t>
            </a:r>
            <a:r>
              <a:rPr sz="1500" spc="-35" dirty="0">
                <a:solidFill>
                  <a:srgbClr val="FFFFFF"/>
                </a:solidFill>
                <a:latin typeface="Verdana"/>
                <a:cs typeface="Verdana"/>
              </a:rPr>
              <a:t>purchasing</a:t>
            </a:r>
            <a:r>
              <a:rPr sz="1500" spc="-110" dirty="0">
                <a:solidFill>
                  <a:srgbClr val="FFFFFF"/>
                </a:solidFill>
                <a:latin typeface="Verdana"/>
                <a:cs typeface="Verdana"/>
              </a:rPr>
              <a:t> </a:t>
            </a:r>
            <a:r>
              <a:rPr sz="1500" spc="-25" dirty="0">
                <a:solidFill>
                  <a:srgbClr val="FFFFFF"/>
                </a:solidFill>
                <a:latin typeface="Verdana"/>
                <a:cs typeface="Verdana"/>
              </a:rPr>
              <a:t>patterns</a:t>
            </a:r>
            <a:r>
              <a:rPr sz="1500" spc="-110" dirty="0">
                <a:solidFill>
                  <a:srgbClr val="FFFFFF"/>
                </a:solidFill>
                <a:latin typeface="Verdana"/>
                <a:cs typeface="Verdana"/>
              </a:rPr>
              <a:t> </a:t>
            </a:r>
            <a:r>
              <a:rPr sz="1500" spc="-30" dirty="0">
                <a:solidFill>
                  <a:srgbClr val="FFFFFF"/>
                </a:solidFill>
                <a:latin typeface="Verdana"/>
                <a:cs typeface="Verdana"/>
              </a:rPr>
              <a:t>across</a:t>
            </a:r>
            <a:r>
              <a:rPr sz="1500" spc="-110" dirty="0">
                <a:solidFill>
                  <a:srgbClr val="FFFFFF"/>
                </a:solidFill>
                <a:latin typeface="Verdana"/>
                <a:cs typeface="Verdana"/>
              </a:rPr>
              <a:t> </a:t>
            </a:r>
            <a:r>
              <a:rPr sz="1500" spc="-10" dirty="0">
                <a:solidFill>
                  <a:srgbClr val="FFFFFF"/>
                </a:solidFill>
                <a:latin typeface="Verdana"/>
                <a:cs typeface="Verdana"/>
              </a:rPr>
              <a:t>different</a:t>
            </a:r>
            <a:r>
              <a:rPr sz="1500" spc="-110" dirty="0">
                <a:solidFill>
                  <a:srgbClr val="FFFFFF"/>
                </a:solidFill>
                <a:latin typeface="Verdana"/>
                <a:cs typeface="Verdana"/>
              </a:rPr>
              <a:t> </a:t>
            </a:r>
            <a:r>
              <a:rPr sz="1500" spc="-25" dirty="0">
                <a:solidFill>
                  <a:srgbClr val="FFFFFF"/>
                </a:solidFill>
                <a:latin typeface="Verdana"/>
                <a:cs typeface="Verdana"/>
              </a:rPr>
              <a:t>customer</a:t>
            </a:r>
            <a:r>
              <a:rPr sz="1500" spc="-110" dirty="0">
                <a:solidFill>
                  <a:srgbClr val="FFFFFF"/>
                </a:solidFill>
                <a:latin typeface="Verdana"/>
                <a:cs typeface="Verdana"/>
              </a:rPr>
              <a:t> </a:t>
            </a:r>
            <a:r>
              <a:rPr sz="1500" spc="-65" dirty="0">
                <a:solidFill>
                  <a:srgbClr val="FFFFFF"/>
                </a:solidFill>
                <a:latin typeface="Verdana"/>
                <a:cs typeface="Verdana"/>
              </a:rPr>
              <a:t>segments.</a:t>
            </a:r>
            <a:r>
              <a:rPr sz="1500" spc="-105" dirty="0">
                <a:solidFill>
                  <a:srgbClr val="FFFFFF"/>
                </a:solidFill>
                <a:latin typeface="Verdana"/>
                <a:cs typeface="Verdana"/>
              </a:rPr>
              <a:t> </a:t>
            </a:r>
            <a:r>
              <a:rPr sz="1500" spc="-45" dirty="0">
                <a:solidFill>
                  <a:srgbClr val="FFFFFF"/>
                </a:solidFill>
                <a:latin typeface="Verdana"/>
                <a:cs typeface="Verdana"/>
              </a:rPr>
              <a:t>The</a:t>
            </a:r>
            <a:r>
              <a:rPr sz="1500" spc="-110" dirty="0">
                <a:solidFill>
                  <a:srgbClr val="FFFFFF"/>
                </a:solidFill>
                <a:latin typeface="Verdana"/>
                <a:cs typeface="Verdana"/>
              </a:rPr>
              <a:t> </a:t>
            </a:r>
            <a:r>
              <a:rPr sz="1500" spc="-45" dirty="0">
                <a:solidFill>
                  <a:srgbClr val="FFFFFF"/>
                </a:solidFill>
                <a:latin typeface="Verdana"/>
                <a:cs typeface="Verdana"/>
              </a:rPr>
              <a:t>analysis</a:t>
            </a:r>
            <a:r>
              <a:rPr sz="1500" spc="-110" dirty="0">
                <a:solidFill>
                  <a:srgbClr val="FFFFFF"/>
                </a:solidFill>
                <a:latin typeface="Verdana"/>
                <a:cs typeface="Verdana"/>
              </a:rPr>
              <a:t> </a:t>
            </a:r>
            <a:r>
              <a:rPr sz="1500" spc="-10" dirty="0">
                <a:solidFill>
                  <a:srgbClr val="FFFFFF"/>
                </a:solidFill>
                <a:latin typeface="Verdana"/>
                <a:cs typeface="Verdana"/>
              </a:rPr>
              <a:t>focuses</a:t>
            </a:r>
            <a:r>
              <a:rPr sz="1500" spc="-110" dirty="0">
                <a:solidFill>
                  <a:srgbClr val="FFFFFF"/>
                </a:solidFill>
                <a:latin typeface="Verdana"/>
                <a:cs typeface="Verdana"/>
              </a:rPr>
              <a:t> </a:t>
            </a:r>
            <a:r>
              <a:rPr sz="1500" spc="-25" dirty="0">
                <a:solidFill>
                  <a:srgbClr val="FFFFFF"/>
                </a:solidFill>
                <a:latin typeface="Verdana"/>
                <a:cs typeface="Verdana"/>
              </a:rPr>
              <a:t>on understanding</a:t>
            </a:r>
            <a:r>
              <a:rPr sz="1500" spc="-125" dirty="0">
                <a:solidFill>
                  <a:srgbClr val="FFFFFF"/>
                </a:solidFill>
                <a:latin typeface="Verdana"/>
                <a:cs typeface="Verdana"/>
              </a:rPr>
              <a:t> </a:t>
            </a:r>
            <a:r>
              <a:rPr sz="1500" spc="-25" dirty="0">
                <a:solidFill>
                  <a:srgbClr val="FFFFFF"/>
                </a:solidFill>
                <a:latin typeface="Verdana"/>
                <a:cs typeface="Verdana"/>
              </a:rPr>
              <a:t>shopping</a:t>
            </a:r>
            <a:r>
              <a:rPr sz="1500" spc="-120" dirty="0">
                <a:solidFill>
                  <a:srgbClr val="FFFFFF"/>
                </a:solidFill>
                <a:latin typeface="Verdana"/>
                <a:cs typeface="Verdana"/>
              </a:rPr>
              <a:t> </a:t>
            </a:r>
            <a:r>
              <a:rPr sz="1500" spc="-20" dirty="0">
                <a:solidFill>
                  <a:srgbClr val="FFFFFF"/>
                </a:solidFill>
                <a:latin typeface="Verdana"/>
                <a:cs typeface="Verdana"/>
              </a:rPr>
              <a:t>trends</a:t>
            </a:r>
            <a:r>
              <a:rPr sz="1500" spc="-125" dirty="0">
                <a:solidFill>
                  <a:srgbClr val="FFFFFF"/>
                </a:solidFill>
                <a:latin typeface="Verdana"/>
                <a:cs typeface="Verdana"/>
              </a:rPr>
              <a:t> </a:t>
            </a:r>
            <a:r>
              <a:rPr sz="1500" spc="-25" dirty="0">
                <a:solidFill>
                  <a:srgbClr val="FFFFFF"/>
                </a:solidFill>
                <a:latin typeface="Verdana"/>
                <a:cs typeface="Verdana"/>
              </a:rPr>
              <a:t>based</a:t>
            </a:r>
            <a:r>
              <a:rPr sz="1500" spc="-120" dirty="0">
                <a:solidFill>
                  <a:srgbClr val="FFFFFF"/>
                </a:solidFill>
                <a:latin typeface="Verdana"/>
                <a:cs typeface="Verdana"/>
              </a:rPr>
              <a:t> </a:t>
            </a:r>
            <a:r>
              <a:rPr sz="1500" spc="-10" dirty="0">
                <a:solidFill>
                  <a:srgbClr val="FFFFFF"/>
                </a:solidFill>
                <a:latin typeface="Verdana"/>
                <a:cs typeface="Verdana"/>
              </a:rPr>
              <a:t>on</a:t>
            </a:r>
            <a:r>
              <a:rPr sz="1500" spc="-125" dirty="0">
                <a:solidFill>
                  <a:srgbClr val="FFFFFF"/>
                </a:solidFill>
                <a:latin typeface="Verdana"/>
                <a:cs typeface="Verdana"/>
              </a:rPr>
              <a:t> </a:t>
            </a:r>
            <a:r>
              <a:rPr sz="1500" spc="-45" dirty="0">
                <a:solidFill>
                  <a:srgbClr val="FFFFFF"/>
                </a:solidFill>
                <a:latin typeface="Verdana"/>
                <a:cs typeface="Verdana"/>
              </a:rPr>
              <a:t>gender</a:t>
            </a:r>
            <a:r>
              <a:rPr sz="1500" spc="-120" dirty="0">
                <a:solidFill>
                  <a:srgbClr val="FFFFFF"/>
                </a:solidFill>
                <a:latin typeface="Verdana"/>
                <a:cs typeface="Verdana"/>
              </a:rPr>
              <a:t> </a:t>
            </a:r>
            <a:r>
              <a:rPr sz="1500" spc="-35" dirty="0">
                <a:solidFill>
                  <a:srgbClr val="FFFFFF"/>
                </a:solidFill>
                <a:latin typeface="Verdana"/>
                <a:cs typeface="Verdana"/>
              </a:rPr>
              <a:t>and</a:t>
            </a:r>
            <a:r>
              <a:rPr sz="1500" spc="-120" dirty="0">
                <a:solidFill>
                  <a:srgbClr val="FFFFFF"/>
                </a:solidFill>
                <a:latin typeface="Verdana"/>
                <a:cs typeface="Verdana"/>
              </a:rPr>
              <a:t> </a:t>
            </a:r>
            <a:r>
              <a:rPr sz="1500" spc="-85" dirty="0">
                <a:solidFill>
                  <a:srgbClr val="FFFFFF"/>
                </a:solidFill>
                <a:latin typeface="Verdana"/>
                <a:cs typeface="Verdana"/>
              </a:rPr>
              <a:t>age</a:t>
            </a:r>
            <a:r>
              <a:rPr sz="1500" spc="-125" dirty="0">
                <a:solidFill>
                  <a:srgbClr val="FFFFFF"/>
                </a:solidFill>
                <a:latin typeface="Verdana"/>
                <a:cs typeface="Verdana"/>
              </a:rPr>
              <a:t> </a:t>
            </a:r>
            <a:r>
              <a:rPr sz="1500" spc="-60" dirty="0">
                <a:solidFill>
                  <a:srgbClr val="FFFFFF"/>
                </a:solidFill>
                <a:latin typeface="Verdana"/>
                <a:cs typeface="Verdana"/>
              </a:rPr>
              <a:t>groups,</a:t>
            </a:r>
            <a:r>
              <a:rPr sz="1500" spc="-120" dirty="0">
                <a:solidFill>
                  <a:srgbClr val="FFFFFF"/>
                </a:solidFill>
                <a:latin typeface="Verdana"/>
                <a:cs typeface="Verdana"/>
              </a:rPr>
              <a:t> </a:t>
            </a:r>
            <a:r>
              <a:rPr sz="1500" spc="-45" dirty="0">
                <a:solidFill>
                  <a:srgbClr val="FFFFFF"/>
                </a:solidFill>
                <a:latin typeface="Verdana"/>
                <a:cs typeface="Verdana"/>
              </a:rPr>
              <a:t>evaluating</a:t>
            </a:r>
            <a:r>
              <a:rPr sz="1500" spc="-125" dirty="0">
                <a:solidFill>
                  <a:srgbClr val="FFFFFF"/>
                </a:solidFill>
                <a:latin typeface="Verdana"/>
                <a:cs typeface="Verdana"/>
              </a:rPr>
              <a:t> </a:t>
            </a:r>
            <a:r>
              <a:rPr sz="1500" spc="-25" dirty="0">
                <a:solidFill>
                  <a:srgbClr val="FFFFFF"/>
                </a:solidFill>
                <a:latin typeface="Verdana"/>
                <a:cs typeface="Verdana"/>
              </a:rPr>
              <a:t>the performance</a:t>
            </a:r>
            <a:r>
              <a:rPr sz="1500" spc="-110" dirty="0">
                <a:solidFill>
                  <a:srgbClr val="FFFFFF"/>
                </a:solidFill>
                <a:latin typeface="Verdana"/>
                <a:cs typeface="Verdana"/>
              </a:rPr>
              <a:t> </a:t>
            </a:r>
            <a:r>
              <a:rPr sz="1500" dirty="0">
                <a:solidFill>
                  <a:srgbClr val="FFFFFF"/>
                </a:solidFill>
                <a:latin typeface="Verdana"/>
                <a:cs typeface="Verdana"/>
              </a:rPr>
              <a:t>of</a:t>
            </a:r>
            <a:r>
              <a:rPr sz="1500" spc="-105" dirty="0">
                <a:solidFill>
                  <a:srgbClr val="FFFFFF"/>
                </a:solidFill>
                <a:latin typeface="Verdana"/>
                <a:cs typeface="Verdana"/>
              </a:rPr>
              <a:t> </a:t>
            </a:r>
            <a:r>
              <a:rPr sz="1500" spc="-40" dirty="0">
                <a:solidFill>
                  <a:srgbClr val="FFFFFF"/>
                </a:solidFill>
                <a:latin typeface="Verdana"/>
                <a:cs typeface="Verdana"/>
              </a:rPr>
              <a:t>various</a:t>
            </a:r>
            <a:r>
              <a:rPr sz="1500" spc="-105" dirty="0">
                <a:solidFill>
                  <a:srgbClr val="FFFFFF"/>
                </a:solidFill>
                <a:latin typeface="Verdana"/>
                <a:cs typeface="Verdana"/>
              </a:rPr>
              <a:t> </a:t>
            </a:r>
            <a:r>
              <a:rPr sz="1500" dirty="0">
                <a:solidFill>
                  <a:srgbClr val="FFFFFF"/>
                </a:solidFill>
                <a:latin typeface="Verdana"/>
                <a:cs typeface="Verdana"/>
              </a:rPr>
              <a:t>product</a:t>
            </a:r>
            <a:r>
              <a:rPr sz="1500" spc="-105" dirty="0">
                <a:solidFill>
                  <a:srgbClr val="FFFFFF"/>
                </a:solidFill>
                <a:latin typeface="Verdana"/>
                <a:cs typeface="Verdana"/>
              </a:rPr>
              <a:t> </a:t>
            </a:r>
            <a:r>
              <a:rPr sz="1500" spc="-50" dirty="0">
                <a:solidFill>
                  <a:srgbClr val="FFFFFF"/>
                </a:solidFill>
                <a:latin typeface="Verdana"/>
                <a:cs typeface="Verdana"/>
              </a:rPr>
              <a:t>categories,</a:t>
            </a:r>
            <a:r>
              <a:rPr sz="1500" spc="-105" dirty="0">
                <a:solidFill>
                  <a:srgbClr val="FFFFFF"/>
                </a:solidFill>
                <a:latin typeface="Verdana"/>
                <a:cs typeface="Verdana"/>
              </a:rPr>
              <a:t> </a:t>
            </a:r>
            <a:r>
              <a:rPr sz="1500" spc="-35" dirty="0">
                <a:solidFill>
                  <a:srgbClr val="FFFFFF"/>
                </a:solidFill>
                <a:latin typeface="Verdana"/>
                <a:cs typeface="Verdana"/>
              </a:rPr>
              <a:t>and</a:t>
            </a:r>
            <a:r>
              <a:rPr sz="1500" spc="-105" dirty="0">
                <a:solidFill>
                  <a:srgbClr val="FFFFFF"/>
                </a:solidFill>
                <a:latin typeface="Verdana"/>
                <a:cs typeface="Verdana"/>
              </a:rPr>
              <a:t> </a:t>
            </a:r>
            <a:r>
              <a:rPr sz="1500" spc="-40" dirty="0">
                <a:solidFill>
                  <a:srgbClr val="FFFFFF"/>
                </a:solidFill>
                <a:latin typeface="Verdana"/>
                <a:cs typeface="Verdana"/>
              </a:rPr>
              <a:t>studying</a:t>
            </a:r>
            <a:r>
              <a:rPr sz="1500" spc="-105" dirty="0">
                <a:solidFill>
                  <a:srgbClr val="FFFFFF"/>
                </a:solidFill>
                <a:latin typeface="Verdana"/>
                <a:cs typeface="Verdana"/>
              </a:rPr>
              <a:t> </a:t>
            </a:r>
            <a:r>
              <a:rPr sz="1500" spc="-25" dirty="0">
                <a:solidFill>
                  <a:srgbClr val="FFFFFF"/>
                </a:solidFill>
                <a:latin typeface="Verdana"/>
                <a:cs typeface="Verdana"/>
              </a:rPr>
              <a:t>customer</a:t>
            </a:r>
            <a:r>
              <a:rPr sz="1500" spc="-105" dirty="0">
                <a:solidFill>
                  <a:srgbClr val="FFFFFF"/>
                </a:solidFill>
                <a:latin typeface="Verdana"/>
                <a:cs typeface="Verdana"/>
              </a:rPr>
              <a:t> </a:t>
            </a:r>
            <a:r>
              <a:rPr sz="1500" spc="-40" dirty="0">
                <a:solidFill>
                  <a:srgbClr val="FFFFFF"/>
                </a:solidFill>
                <a:latin typeface="Verdana"/>
                <a:cs typeface="Verdana"/>
              </a:rPr>
              <a:t>payment</a:t>
            </a:r>
            <a:r>
              <a:rPr sz="1500" spc="-105" dirty="0">
                <a:solidFill>
                  <a:srgbClr val="FFFFFF"/>
                </a:solidFill>
                <a:latin typeface="Verdana"/>
                <a:cs typeface="Verdana"/>
              </a:rPr>
              <a:t> </a:t>
            </a:r>
            <a:r>
              <a:rPr sz="1500" spc="-10" dirty="0">
                <a:solidFill>
                  <a:srgbClr val="FFFFFF"/>
                </a:solidFill>
                <a:latin typeface="Verdana"/>
                <a:cs typeface="Verdana"/>
              </a:rPr>
              <a:t>preferences.</a:t>
            </a:r>
            <a:endParaRPr sz="1500">
              <a:latin typeface="Verdana"/>
              <a:cs typeface="Verdana"/>
            </a:endParaRPr>
          </a:p>
          <a:p>
            <a:pPr marL="12700" marR="100965">
              <a:lnSpc>
                <a:spcPct val="116700"/>
              </a:lnSpc>
            </a:pPr>
            <a:r>
              <a:rPr sz="1500" spc="-25" dirty="0">
                <a:solidFill>
                  <a:srgbClr val="FFFFFF"/>
                </a:solidFill>
                <a:latin typeface="Verdana"/>
                <a:cs typeface="Verdana"/>
              </a:rPr>
              <a:t>An</a:t>
            </a:r>
            <a:r>
              <a:rPr sz="1500" spc="-125" dirty="0">
                <a:solidFill>
                  <a:srgbClr val="FFFFFF"/>
                </a:solidFill>
                <a:latin typeface="Verdana"/>
                <a:cs typeface="Verdana"/>
              </a:rPr>
              <a:t> </a:t>
            </a:r>
            <a:r>
              <a:rPr sz="1500" spc="-25" dirty="0">
                <a:solidFill>
                  <a:srgbClr val="FFFFFF"/>
                </a:solidFill>
                <a:latin typeface="Verdana"/>
                <a:cs typeface="Verdana"/>
              </a:rPr>
              <a:t>interactive</a:t>
            </a:r>
            <a:r>
              <a:rPr sz="1500" spc="-125" dirty="0">
                <a:solidFill>
                  <a:srgbClr val="FFFFFF"/>
                </a:solidFill>
                <a:latin typeface="Verdana"/>
                <a:cs typeface="Verdana"/>
              </a:rPr>
              <a:t> </a:t>
            </a:r>
            <a:r>
              <a:rPr sz="1500" spc="-25" dirty="0">
                <a:solidFill>
                  <a:srgbClr val="FFFFFF"/>
                </a:solidFill>
                <a:latin typeface="Verdana"/>
                <a:cs typeface="Verdana"/>
              </a:rPr>
              <a:t>Power</a:t>
            </a:r>
            <a:r>
              <a:rPr sz="1500" spc="-120" dirty="0">
                <a:solidFill>
                  <a:srgbClr val="FFFFFF"/>
                </a:solidFill>
                <a:latin typeface="Verdana"/>
                <a:cs typeface="Verdana"/>
              </a:rPr>
              <a:t> </a:t>
            </a:r>
            <a:r>
              <a:rPr sz="1500" spc="-100" dirty="0">
                <a:solidFill>
                  <a:srgbClr val="FFFFFF"/>
                </a:solidFill>
                <a:latin typeface="Verdana"/>
                <a:cs typeface="Verdana"/>
              </a:rPr>
              <a:t>BI</a:t>
            </a:r>
            <a:r>
              <a:rPr sz="1500" spc="-125" dirty="0">
                <a:solidFill>
                  <a:srgbClr val="FFFFFF"/>
                </a:solidFill>
                <a:latin typeface="Verdana"/>
                <a:cs typeface="Verdana"/>
              </a:rPr>
              <a:t> </a:t>
            </a:r>
            <a:r>
              <a:rPr sz="1500" spc="-25" dirty="0">
                <a:solidFill>
                  <a:srgbClr val="FFFFFF"/>
                </a:solidFill>
                <a:latin typeface="Verdana"/>
                <a:cs typeface="Verdana"/>
              </a:rPr>
              <a:t>dashboard</a:t>
            </a:r>
            <a:r>
              <a:rPr sz="1500" spc="-125" dirty="0">
                <a:solidFill>
                  <a:srgbClr val="FFFFFF"/>
                </a:solidFill>
                <a:latin typeface="Verdana"/>
                <a:cs typeface="Verdana"/>
              </a:rPr>
              <a:t> </a:t>
            </a:r>
            <a:r>
              <a:rPr sz="1500" spc="-50" dirty="0">
                <a:solidFill>
                  <a:srgbClr val="FFFFFF"/>
                </a:solidFill>
                <a:latin typeface="Verdana"/>
                <a:cs typeface="Verdana"/>
              </a:rPr>
              <a:t>has</a:t>
            </a:r>
            <a:r>
              <a:rPr sz="1500" spc="-120" dirty="0">
                <a:solidFill>
                  <a:srgbClr val="FFFFFF"/>
                </a:solidFill>
                <a:latin typeface="Verdana"/>
                <a:cs typeface="Verdana"/>
              </a:rPr>
              <a:t> </a:t>
            </a:r>
            <a:r>
              <a:rPr sz="1500" spc="-25" dirty="0">
                <a:solidFill>
                  <a:srgbClr val="FFFFFF"/>
                </a:solidFill>
                <a:latin typeface="Verdana"/>
                <a:cs typeface="Verdana"/>
              </a:rPr>
              <a:t>been</a:t>
            </a:r>
            <a:r>
              <a:rPr sz="1500" spc="-125" dirty="0">
                <a:solidFill>
                  <a:srgbClr val="FFFFFF"/>
                </a:solidFill>
                <a:latin typeface="Verdana"/>
                <a:cs typeface="Verdana"/>
              </a:rPr>
              <a:t> </a:t>
            </a:r>
            <a:r>
              <a:rPr sz="1500" spc="-10" dirty="0">
                <a:solidFill>
                  <a:srgbClr val="FFFFFF"/>
                </a:solidFill>
                <a:latin typeface="Verdana"/>
                <a:cs typeface="Verdana"/>
              </a:rPr>
              <a:t>developed</a:t>
            </a:r>
            <a:r>
              <a:rPr sz="1500" spc="-125" dirty="0">
                <a:solidFill>
                  <a:srgbClr val="FFFFFF"/>
                </a:solidFill>
                <a:latin typeface="Verdana"/>
                <a:cs typeface="Verdana"/>
              </a:rPr>
              <a:t> </a:t>
            </a:r>
            <a:r>
              <a:rPr sz="1500" dirty="0">
                <a:solidFill>
                  <a:srgbClr val="FFFFFF"/>
                </a:solidFill>
                <a:latin typeface="Verdana"/>
                <a:cs typeface="Verdana"/>
              </a:rPr>
              <a:t>to</a:t>
            </a:r>
            <a:r>
              <a:rPr sz="1500" spc="-120" dirty="0">
                <a:solidFill>
                  <a:srgbClr val="FFFFFF"/>
                </a:solidFill>
                <a:latin typeface="Verdana"/>
                <a:cs typeface="Verdana"/>
              </a:rPr>
              <a:t> </a:t>
            </a:r>
            <a:r>
              <a:rPr sz="1500" spc="-40" dirty="0">
                <a:solidFill>
                  <a:srgbClr val="FFFFFF"/>
                </a:solidFill>
                <a:latin typeface="Verdana"/>
                <a:cs typeface="Verdana"/>
              </a:rPr>
              <a:t>visualize</a:t>
            </a:r>
            <a:r>
              <a:rPr sz="1500" spc="-125" dirty="0">
                <a:solidFill>
                  <a:srgbClr val="FFFFFF"/>
                </a:solidFill>
                <a:latin typeface="Verdana"/>
                <a:cs typeface="Verdana"/>
              </a:rPr>
              <a:t> </a:t>
            </a:r>
            <a:r>
              <a:rPr sz="1500" spc="-10" dirty="0">
                <a:solidFill>
                  <a:srgbClr val="FFFFFF"/>
                </a:solidFill>
                <a:latin typeface="Verdana"/>
                <a:cs typeface="Verdana"/>
              </a:rPr>
              <a:t>the</a:t>
            </a:r>
            <a:r>
              <a:rPr sz="1500" spc="-125" dirty="0">
                <a:solidFill>
                  <a:srgbClr val="FFFFFF"/>
                </a:solidFill>
                <a:latin typeface="Verdana"/>
                <a:cs typeface="Verdana"/>
              </a:rPr>
              <a:t> </a:t>
            </a:r>
            <a:r>
              <a:rPr sz="1500" spc="-30" dirty="0">
                <a:solidFill>
                  <a:srgbClr val="FFFFFF"/>
                </a:solidFill>
                <a:latin typeface="Verdana"/>
                <a:cs typeface="Verdana"/>
              </a:rPr>
              <a:t>findings</a:t>
            </a:r>
            <a:r>
              <a:rPr sz="1500" spc="-120" dirty="0">
                <a:solidFill>
                  <a:srgbClr val="FFFFFF"/>
                </a:solidFill>
                <a:latin typeface="Verdana"/>
                <a:cs typeface="Verdana"/>
              </a:rPr>
              <a:t> </a:t>
            </a:r>
            <a:r>
              <a:rPr sz="1500" spc="-10" dirty="0">
                <a:solidFill>
                  <a:srgbClr val="FFFFFF"/>
                </a:solidFill>
                <a:latin typeface="Verdana"/>
                <a:cs typeface="Verdana"/>
              </a:rPr>
              <a:t>effectively, </a:t>
            </a:r>
            <a:r>
              <a:rPr sz="1500" spc="-40" dirty="0">
                <a:solidFill>
                  <a:srgbClr val="FFFFFF"/>
                </a:solidFill>
                <a:latin typeface="Verdana"/>
                <a:cs typeface="Verdana"/>
              </a:rPr>
              <a:t>enabling</a:t>
            </a:r>
            <a:r>
              <a:rPr sz="1500" spc="-120" dirty="0">
                <a:solidFill>
                  <a:srgbClr val="FFFFFF"/>
                </a:solidFill>
                <a:latin typeface="Verdana"/>
                <a:cs typeface="Verdana"/>
              </a:rPr>
              <a:t> </a:t>
            </a:r>
            <a:r>
              <a:rPr sz="1500" spc="-10" dirty="0">
                <a:solidFill>
                  <a:srgbClr val="FFFFFF"/>
                </a:solidFill>
                <a:latin typeface="Verdana"/>
                <a:cs typeface="Verdana"/>
              </a:rPr>
              <a:t>better</a:t>
            </a:r>
            <a:r>
              <a:rPr sz="1500" spc="-114" dirty="0">
                <a:solidFill>
                  <a:srgbClr val="FFFFFF"/>
                </a:solidFill>
                <a:latin typeface="Verdana"/>
                <a:cs typeface="Verdana"/>
              </a:rPr>
              <a:t> </a:t>
            </a:r>
            <a:r>
              <a:rPr sz="1500" spc="-20" dirty="0">
                <a:solidFill>
                  <a:srgbClr val="FFFFFF"/>
                </a:solidFill>
                <a:latin typeface="Verdana"/>
                <a:cs typeface="Verdana"/>
              </a:rPr>
              <a:t>interpretation</a:t>
            </a:r>
            <a:r>
              <a:rPr sz="1500" spc="-114" dirty="0">
                <a:solidFill>
                  <a:srgbClr val="FFFFFF"/>
                </a:solidFill>
                <a:latin typeface="Verdana"/>
                <a:cs typeface="Verdana"/>
              </a:rPr>
              <a:t> </a:t>
            </a:r>
            <a:r>
              <a:rPr sz="1500" dirty="0">
                <a:solidFill>
                  <a:srgbClr val="FFFFFF"/>
                </a:solidFill>
                <a:latin typeface="Verdana"/>
                <a:cs typeface="Verdana"/>
              </a:rPr>
              <a:t>of</a:t>
            </a:r>
            <a:r>
              <a:rPr sz="1500" spc="-114" dirty="0">
                <a:solidFill>
                  <a:srgbClr val="FFFFFF"/>
                </a:solidFill>
                <a:latin typeface="Verdana"/>
                <a:cs typeface="Verdana"/>
              </a:rPr>
              <a:t> </a:t>
            </a:r>
            <a:r>
              <a:rPr sz="1500" spc="-10" dirty="0">
                <a:solidFill>
                  <a:srgbClr val="FFFFFF"/>
                </a:solidFill>
                <a:latin typeface="Verdana"/>
                <a:cs typeface="Verdana"/>
              </a:rPr>
              <a:t>the</a:t>
            </a:r>
            <a:r>
              <a:rPr sz="1500" spc="-120" dirty="0">
                <a:solidFill>
                  <a:srgbClr val="FFFFFF"/>
                </a:solidFill>
                <a:latin typeface="Verdana"/>
                <a:cs typeface="Verdana"/>
              </a:rPr>
              <a:t> </a:t>
            </a:r>
            <a:r>
              <a:rPr sz="1500" spc="-55" dirty="0">
                <a:solidFill>
                  <a:srgbClr val="FFFFFF"/>
                </a:solidFill>
                <a:latin typeface="Verdana"/>
                <a:cs typeface="Verdana"/>
              </a:rPr>
              <a:t>data.</a:t>
            </a:r>
            <a:r>
              <a:rPr sz="1500" spc="-114" dirty="0">
                <a:solidFill>
                  <a:srgbClr val="FFFFFF"/>
                </a:solidFill>
                <a:latin typeface="Verdana"/>
                <a:cs typeface="Verdana"/>
              </a:rPr>
              <a:t> </a:t>
            </a:r>
            <a:r>
              <a:rPr sz="1500" spc="-35" dirty="0">
                <a:solidFill>
                  <a:srgbClr val="FFFFFF"/>
                </a:solidFill>
                <a:latin typeface="Verdana"/>
                <a:cs typeface="Verdana"/>
              </a:rPr>
              <a:t>Based</a:t>
            </a:r>
            <a:r>
              <a:rPr sz="1500" spc="-114" dirty="0">
                <a:solidFill>
                  <a:srgbClr val="FFFFFF"/>
                </a:solidFill>
                <a:latin typeface="Verdana"/>
                <a:cs typeface="Verdana"/>
              </a:rPr>
              <a:t> </a:t>
            </a:r>
            <a:r>
              <a:rPr sz="1500" spc="-10" dirty="0">
                <a:solidFill>
                  <a:srgbClr val="FFFFFF"/>
                </a:solidFill>
                <a:latin typeface="Verdana"/>
                <a:cs typeface="Verdana"/>
              </a:rPr>
              <a:t>on</a:t>
            </a:r>
            <a:r>
              <a:rPr sz="1500" spc="-114" dirty="0">
                <a:solidFill>
                  <a:srgbClr val="FFFFFF"/>
                </a:solidFill>
                <a:latin typeface="Verdana"/>
                <a:cs typeface="Verdana"/>
              </a:rPr>
              <a:t> </a:t>
            </a:r>
            <a:r>
              <a:rPr sz="1500" spc="-10" dirty="0">
                <a:solidFill>
                  <a:srgbClr val="FFFFFF"/>
                </a:solidFill>
                <a:latin typeface="Verdana"/>
                <a:cs typeface="Verdana"/>
              </a:rPr>
              <a:t>the</a:t>
            </a:r>
            <a:r>
              <a:rPr sz="1500" spc="-114" dirty="0">
                <a:solidFill>
                  <a:srgbClr val="FFFFFF"/>
                </a:solidFill>
                <a:latin typeface="Verdana"/>
                <a:cs typeface="Verdana"/>
              </a:rPr>
              <a:t> </a:t>
            </a:r>
            <a:r>
              <a:rPr sz="1500" spc="-60" dirty="0">
                <a:solidFill>
                  <a:srgbClr val="FFFFFF"/>
                </a:solidFill>
                <a:latin typeface="Verdana"/>
                <a:cs typeface="Verdana"/>
              </a:rPr>
              <a:t>analysis,</a:t>
            </a:r>
            <a:r>
              <a:rPr sz="1500" spc="-120" dirty="0">
                <a:solidFill>
                  <a:srgbClr val="FFFFFF"/>
                </a:solidFill>
                <a:latin typeface="Verdana"/>
                <a:cs typeface="Verdana"/>
              </a:rPr>
              <a:t> </a:t>
            </a:r>
            <a:r>
              <a:rPr sz="1500" spc="-40" dirty="0">
                <a:solidFill>
                  <a:srgbClr val="FFFFFF"/>
                </a:solidFill>
                <a:latin typeface="Verdana"/>
                <a:cs typeface="Verdana"/>
              </a:rPr>
              <a:t>meaningful</a:t>
            </a:r>
            <a:r>
              <a:rPr sz="1500" spc="-114" dirty="0">
                <a:solidFill>
                  <a:srgbClr val="FFFFFF"/>
                </a:solidFill>
                <a:latin typeface="Verdana"/>
                <a:cs typeface="Verdana"/>
              </a:rPr>
              <a:t> </a:t>
            </a:r>
            <a:r>
              <a:rPr sz="1500" spc="-10" dirty="0">
                <a:solidFill>
                  <a:srgbClr val="FFFFFF"/>
                </a:solidFill>
                <a:latin typeface="Verdana"/>
                <a:cs typeface="Verdana"/>
              </a:rPr>
              <a:t>business</a:t>
            </a:r>
            <a:endParaRPr sz="1500">
              <a:latin typeface="Verdana"/>
              <a:cs typeface="Verdana"/>
            </a:endParaRPr>
          </a:p>
          <a:p>
            <a:pPr marL="12700" marR="92075">
              <a:lnSpc>
                <a:spcPct val="116700"/>
              </a:lnSpc>
            </a:pPr>
            <a:r>
              <a:rPr sz="1500" spc="-40" dirty="0">
                <a:solidFill>
                  <a:srgbClr val="FFFFFF"/>
                </a:solidFill>
                <a:latin typeface="Verdana"/>
                <a:cs typeface="Verdana"/>
              </a:rPr>
              <a:t>insights</a:t>
            </a:r>
            <a:r>
              <a:rPr sz="1500" spc="-114" dirty="0">
                <a:solidFill>
                  <a:srgbClr val="FFFFFF"/>
                </a:solidFill>
                <a:latin typeface="Verdana"/>
                <a:cs typeface="Verdana"/>
              </a:rPr>
              <a:t> </a:t>
            </a:r>
            <a:r>
              <a:rPr sz="1500" spc="-35" dirty="0">
                <a:solidFill>
                  <a:srgbClr val="FFFFFF"/>
                </a:solidFill>
                <a:latin typeface="Verdana"/>
                <a:cs typeface="Verdana"/>
              </a:rPr>
              <a:t>and</a:t>
            </a:r>
            <a:r>
              <a:rPr sz="1500" spc="-114" dirty="0">
                <a:solidFill>
                  <a:srgbClr val="FFFFFF"/>
                </a:solidFill>
                <a:latin typeface="Verdana"/>
                <a:cs typeface="Verdana"/>
              </a:rPr>
              <a:t> </a:t>
            </a:r>
            <a:r>
              <a:rPr sz="1500" spc="-35" dirty="0">
                <a:solidFill>
                  <a:srgbClr val="FFFFFF"/>
                </a:solidFill>
                <a:latin typeface="Verdana"/>
                <a:cs typeface="Verdana"/>
              </a:rPr>
              <a:t>strategic</a:t>
            </a:r>
            <a:r>
              <a:rPr sz="1500" spc="-114" dirty="0">
                <a:solidFill>
                  <a:srgbClr val="FFFFFF"/>
                </a:solidFill>
                <a:latin typeface="Verdana"/>
                <a:cs typeface="Verdana"/>
              </a:rPr>
              <a:t> </a:t>
            </a:r>
            <a:r>
              <a:rPr sz="1500" spc="-30" dirty="0">
                <a:solidFill>
                  <a:srgbClr val="FFFFFF"/>
                </a:solidFill>
                <a:latin typeface="Verdana"/>
                <a:cs typeface="Verdana"/>
              </a:rPr>
              <a:t>recommendations</a:t>
            </a:r>
            <a:r>
              <a:rPr sz="1500" spc="-114" dirty="0">
                <a:solidFill>
                  <a:srgbClr val="FFFFFF"/>
                </a:solidFill>
                <a:latin typeface="Verdana"/>
                <a:cs typeface="Verdana"/>
              </a:rPr>
              <a:t> </a:t>
            </a:r>
            <a:r>
              <a:rPr sz="1500" spc="-55" dirty="0">
                <a:solidFill>
                  <a:srgbClr val="FFFFFF"/>
                </a:solidFill>
                <a:latin typeface="Verdana"/>
                <a:cs typeface="Verdana"/>
              </a:rPr>
              <a:t>are</a:t>
            </a:r>
            <a:r>
              <a:rPr sz="1500" spc="-114" dirty="0">
                <a:solidFill>
                  <a:srgbClr val="FFFFFF"/>
                </a:solidFill>
                <a:latin typeface="Verdana"/>
                <a:cs typeface="Verdana"/>
              </a:rPr>
              <a:t> </a:t>
            </a:r>
            <a:r>
              <a:rPr sz="1500" spc="-10" dirty="0">
                <a:solidFill>
                  <a:srgbClr val="FFFFFF"/>
                </a:solidFill>
                <a:latin typeface="Verdana"/>
                <a:cs typeface="Verdana"/>
              </a:rPr>
              <a:t>provided</a:t>
            </a:r>
            <a:r>
              <a:rPr sz="1500" spc="-114" dirty="0">
                <a:solidFill>
                  <a:srgbClr val="FFFFFF"/>
                </a:solidFill>
                <a:latin typeface="Verdana"/>
                <a:cs typeface="Verdana"/>
              </a:rPr>
              <a:t> </a:t>
            </a:r>
            <a:r>
              <a:rPr sz="1500" dirty="0">
                <a:solidFill>
                  <a:srgbClr val="FFFFFF"/>
                </a:solidFill>
                <a:latin typeface="Verdana"/>
                <a:cs typeface="Verdana"/>
              </a:rPr>
              <a:t>to</a:t>
            </a:r>
            <a:r>
              <a:rPr sz="1500" spc="-114" dirty="0">
                <a:solidFill>
                  <a:srgbClr val="FFFFFF"/>
                </a:solidFill>
                <a:latin typeface="Verdana"/>
                <a:cs typeface="Verdana"/>
              </a:rPr>
              <a:t> </a:t>
            </a:r>
            <a:r>
              <a:rPr sz="1500" dirty="0">
                <a:solidFill>
                  <a:srgbClr val="FFFFFF"/>
                </a:solidFill>
                <a:latin typeface="Verdana"/>
                <a:cs typeface="Verdana"/>
              </a:rPr>
              <a:t>support</a:t>
            </a:r>
            <a:r>
              <a:rPr sz="1500" spc="-114" dirty="0">
                <a:solidFill>
                  <a:srgbClr val="FFFFFF"/>
                </a:solidFill>
                <a:latin typeface="Verdana"/>
                <a:cs typeface="Verdana"/>
              </a:rPr>
              <a:t> </a:t>
            </a:r>
            <a:r>
              <a:rPr sz="1500" spc="-20" dirty="0">
                <a:solidFill>
                  <a:srgbClr val="FFFFFF"/>
                </a:solidFill>
                <a:latin typeface="Verdana"/>
                <a:cs typeface="Verdana"/>
              </a:rPr>
              <a:t>informed</a:t>
            </a:r>
            <a:r>
              <a:rPr sz="1500" spc="-114" dirty="0">
                <a:solidFill>
                  <a:srgbClr val="FFFFFF"/>
                </a:solidFill>
                <a:latin typeface="Verdana"/>
                <a:cs typeface="Verdana"/>
              </a:rPr>
              <a:t> </a:t>
            </a:r>
            <a:r>
              <a:rPr sz="1500" spc="-45" dirty="0">
                <a:solidFill>
                  <a:srgbClr val="FFFFFF"/>
                </a:solidFill>
                <a:latin typeface="Verdana"/>
                <a:cs typeface="Verdana"/>
              </a:rPr>
              <a:t>decision-</a:t>
            </a:r>
            <a:r>
              <a:rPr sz="1500" spc="-10" dirty="0">
                <a:solidFill>
                  <a:srgbClr val="FFFFFF"/>
                </a:solidFill>
                <a:latin typeface="Verdana"/>
                <a:cs typeface="Verdana"/>
              </a:rPr>
              <a:t>making </a:t>
            </a:r>
            <a:r>
              <a:rPr sz="1500" spc="-35" dirty="0">
                <a:solidFill>
                  <a:srgbClr val="FFFFFF"/>
                </a:solidFill>
                <a:latin typeface="Verdana"/>
                <a:cs typeface="Verdana"/>
              </a:rPr>
              <a:t>and</a:t>
            </a:r>
            <a:r>
              <a:rPr sz="1500" spc="-114" dirty="0">
                <a:solidFill>
                  <a:srgbClr val="FFFFFF"/>
                </a:solidFill>
                <a:latin typeface="Verdana"/>
                <a:cs typeface="Verdana"/>
              </a:rPr>
              <a:t> </a:t>
            </a:r>
            <a:r>
              <a:rPr sz="1500" spc="-40" dirty="0">
                <a:solidFill>
                  <a:srgbClr val="FFFFFF"/>
                </a:solidFill>
                <a:latin typeface="Verdana"/>
                <a:cs typeface="Verdana"/>
              </a:rPr>
              <a:t>improve</a:t>
            </a:r>
            <a:r>
              <a:rPr sz="1500" spc="-114" dirty="0">
                <a:solidFill>
                  <a:srgbClr val="FFFFFF"/>
                </a:solidFill>
                <a:latin typeface="Verdana"/>
                <a:cs typeface="Verdana"/>
              </a:rPr>
              <a:t> </a:t>
            </a:r>
            <a:r>
              <a:rPr sz="1500" spc="-30" dirty="0">
                <a:solidFill>
                  <a:srgbClr val="FFFFFF"/>
                </a:solidFill>
                <a:latin typeface="Verdana"/>
                <a:cs typeface="Verdana"/>
              </a:rPr>
              <a:t>overall</a:t>
            </a:r>
            <a:r>
              <a:rPr sz="1500" spc="-114" dirty="0">
                <a:solidFill>
                  <a:srgbClr val="FFFFFF"/>
                </a:solidFill>
                <a:latin typeface="Verdana"/>
                <a:cs typeface="Verdana"/>
              </a:rPr>
              <a:t> </a:t>
            </a:r>
            <a:r>
              <a:rPr sz="1500" spc="-30" dirty="0">
                <a:solidFill>
                  <a:srgbClr val="FFFFFF"/>
                </a:solidFill>
                <a:latin typeface="Verdana"/>
                <a:cs typeface="Verdana"/>
              </a:rPr>
              <a:t>business</a:t>
            </a:r>
            <a:r>
              <a:rPr sz="1500" spc="-110" dirty="0">
                <a:solidFill>
                  <a:srgbClr val="FFFFFF"/>
                </a:solidFill>
                <a:latin typeface="Verdana"/>
                <a:cs typeface="Verdana"/>
              </a:rPr>
              <a:t> </a:t>
            </a:r>
            <a:r>
              <a:rPr sz="1500" spc="-10" dirty="0">
                <a:solidFill>
                  <a:srgbClr val="FFFFFF"/>
                </a:solidFill>
                <a:latin typeface="Verdana"/>
                <a:cs typeface="Verdana"/>
              </a:rPr>
              <a:t>performance.</a:t>
            </a:r>
            <a:endParaRPr sz="1500">
              <a:latin typeface="Verdana"/>
              <a:cs typeface="Verdana"/>
            </a:endParaRPr>
          </a:p>
        </p:txBody>
      </p:sp>
      <p:sp>
        <p:nvSpPr>
          <p:cNvPr id="9" name="object 9"/>
          <p:cNvSpPr txBox="1"/>
          <p:nvPr/>
        </p:nvSpPr>
        <p:spPr>
          <a:xfrm>
            <a:off x="13481787" y="745713"/>
            <a:ext cx="3032125" cy="4517390"/>
          </a:xfrm>
          <a:prstGeom prst="rect">
            <a:avLst/>
          </a:prstGeom>
        </p:spPr>
        <p:txBody>
          <a:bodyPr vert="horz" wrap="square" lIns="0" tIns="62865" rIns="0" bIns="0" rtlCol="0">
            <a:spAutoFit/>
          </a:bodyPr>
          <a:lstStyle/>
          <a:p>
            <a:pPr algn="ctr">
              <a:lnSpc>
                <a:spcPct val="100000"/>
              </a:lnSpc>
              <a:spcBef>
                <a:spcPts val="495"/>
              </a:spcBef>
            </a:pPr>
            <a:r>
              <a:rPr sz="2350" spc="-155" dirty="0">
                <a:solidFill>
                  <a:srgbClr val="FFFFFF"/>
                </a:solidFill>
                <a:latin typeface="Arial Black"/>
                <a:cs typeface="Arial Black"/>
              </a:rPr>
              <a:t>Data</a:t>
            </a:r>
            <a:r>
              <a:rPr sz="2350" spc="-215" dirty="0">
                <a:solidFill>
                  <a:srgbClr val="FFFFFF"/>
                </a:solidFill>
                <a:latin typeface="Arial Black"/>
                <a:cs typeface="Arial Black"/>
              </a:rPr>
              <a:t> </a:t>
            </a:r>
            <a:r>
              <a:rPr sz="2350" spc="-35" dirty="0">
                <a:solidFill>
                  <a:srgbClr val="FFFFFF"/>
                </a:solidFill>
                <a:latin typeface="Arial Black"/>
                <a:cs typeface="Arial Black"/>
              </a:rPr>
              <a:t>Collection</a:t>
            </a:r>
            <a:endParaRPr sz="2350">
              <a:latin typeface="Arial Black"/>
              <a:cs typeface="Arial Black"/>
            </a:endParaRPr>
          </a:p>
          <a:p>
            <a:pPr algn="ctr">
              <a:lnSpc>
                <a:spcPct val="100000"/>
              </a:lnSpc>
              <a:spcBef>
                <a:spcPts val="395"/>
              </a:spcBef>
            </a:pPr>
            <a:r>
              <a:rPr sz="2350" spc="110" dirty="0">
                <a:solidFill>
                  <a:srgbClr val="FFFFFF"/>
                </a:solidFill>
                <a:latin typeface="Arial Black"/>
                <a:cs typeface="Arial Black"/>
              </a:rPr>
              <a:t>↓</a:t>
            </a:r>
            <a:endParaRPr sz="2350">
              <a:latin typeface="Arial Black"/>
              <a:cs typeface="Arial Black"/>
            </a:endParaRPr>
          </a:p>
          <a:p>
            <a:pPr algn="ctr">
              <a:lnSpc>
                <a:spcPct val="100000"/>
              </a:lnSpc>
              <a:spcBef>
                <a:spcPts val="395"/>
              </a:spcBef>
            </a:pPr>
            <a:r>
              <a:rPr sz="2350" spc="-155" dirty="0">
                <a:solidFill>
                  <a:srgbClr val="FFFFFF"/>
                </a:solidFill>
                <a:latin typeface="Arial Black"/>
                <a:cs typeface="Arial Black"/>
              </a:rPr>
              <a:t>Data</a:t>
            </a:r>
            <a:r>
              <a:rPr sz="2350" spc="-215" dirty="0">
                <a:solidFill>
                  <a:srgbClr val="FFFFFF"/>
                </a:solidFill>
                <a:latin typeface="Arial Black"/>
                <a:cs typeface="Arial Black"/>
              </a:rPr>
              <a:t> </a:t>
            </a:r>
            <a:r>
              <a:rPr sz="2350" spc="-40" dirty="0">
                <a:solidFill>
                  <a:srgbClr val="FFFFFF"/>
                </a:solidFill>
                <a:latin typeface="Arial Black"/>
                <a:cs typeface="Arial Black"/>
              </a:rPr>
              <a:t>Cleaning</a:t>
            </a:r>
            <a:endParaRPr sz="2350">
              <a:latin typeface="Arial Black"/>
              <a:cs typeface="Arial Black"/>
            </a:endParaRPr>
          </a:p>
          <a:p>
            <a:pPr algn="ctr">
              <a:lnSpc>
                <a:spcPct val="100000"/>
              </a:lnSpc>
              <a:spcBef>
                <a:spcPts val="395"/>
              </a:spcBef>
            </a:pPr>
            <a:r>
              <a:rPr sz="2350" spc="110" dirty="0">
                <a:solidFill>
                  <a:srgbClr val="FFFFFF"/>
                </a:solidFill>
                <a:latin typeface="Arial Black"/>
                <a:cs typeface="Arial Black"/>
              </a:rPr>
              <a:t>↓</a:t>
            </a:r>
            <a:endParaRPr sz="2350">
              <a:latin typeface="Arial Black"/>
              <a:cs typeface="Arial Black"/>
            </a:endParaRPr>
          </a:p>
          <a:p>
            <a:pPr algn="ctr">
              <a:lnSpc>
                <a:spcPct val="100000"/>
              </a:lnSpc>
              <a:spcBef>
                <a:spcPts val="395"/>
              </a:spcBef>
            </a:pPr>
            <a:r>
              <a:rPr sz="2350" spc="-155" dirty="0">
                <a:solidFill>
                  <a:srgbClr val="FFFFFF"/>
                </a:solidFill>
                <a:latin typeface="Arial Black"/>
                <a:cs typeface="Arial Black"/>
              </a:rPr>
              <a:t>Data</a:t>
            </a:r>
            <a:r>
              <a:rPr sz="2350" spc="-215" dirty="0">
                <a:solidFill>
                  <a:srgbClr val="FFFFFF"/>
                </a:solidFill>
                <a:latin typeface="Arial Black"/>
                <a:cs typeface="Arial Black"/>
              </a:rPr>
              <a:t> </a:t>
            </a:r>
            <a:r>
              <a:rPr sz="2350" spc="-135" dirty="0">
                <a:solidFill>
                  <a:srgbClr val="FFFFFF"/>
                </a:solidFill>
                <a:latin typeface="Arial Black"/>
                <a:cs typeface="Arial Black"/>
              </a:rPr>
              <a:t>Transformation</a:t>
            </a:r>
            <a:endParaRPr sz="2350">
              <a:latin typeface="Arial Black"/>
              <a:cs typeface="Arial Black"/>
            </a:endParaRPr>
          </a:p>
          <a:p>
            <a:pPr marL="53975" marR="46355" indent="1376045">
              <a:lnSpc>
                <a:spcPct val="113999"/>
              </a:lnSpc>
            </a:pPr>
            <a:r>
              <a:rPr sz="2350" spc="110" dirty="0">
                <a:solidFill>
                  <a:srgbClr val="FFFFFF"/>
                </a:solidFill>
                <a:latin typeface="Arial Black"/>
                <a:cs typeface="Arial Black"/>
              </a:rPr>
              <a:t>↓ </a:t>
            </a:r>
            <a:r>
              <a:rPr sz="2350" spc="-140" dirty="0">
                <a:solidFill>
                  <a:srgbClr val="FFFFFF"/>
                </a:solidFill>
                <a:latin typeface="Arial Black"/>
                <a:cs typeface="Arial Black"/>
              </a:rPr>
              <a:t>Dashboard</a:t>
            </a:r>
            <a:r>
              <a:rPr sz="2350" spc="-190" dirty="0">
                <a:solidFill>
                  <a:srgbClr val="FFFFFF"/>
                </a:solidFill>
                <a:latin typeface="Arial Black"/>
                <a:cs typeface="Arial Black"/>
              </a:rPr>
              <a:t> </a:t>
            </a:r>
            <a:r>
              <a:rPr sz="2350" spc="-130" dirty="0">
                <a:solidFill>
                  <a:srgbClr val="FFFFFF"/>
                </a:solidFill>
                <a:latin typeface="Arial Black"/>
                <a:cs typeface="Arial Black"/>
              </a:rPr>
              <a:t>Creation</a:t>
            </a:r>
            <a:endParaRPr sz="2350">
              <a:latin typeface="Arial Black"/>
              <a:cs typeface="Arial Black"/>
            </a:endParaRPr>
          </a:p>
          <a:p>
            <a:pPr marL="264160" marR="256540" indent="1166495">
              <a:lnSpc>
                <a:spcPct val="113999"/>
              </a:lnSpc>
            </a:pPr>
            <a:r>
              <a:rPr sz="2350" spc="110" dirty="0">
                <a:solidFill>
                  <a:srgbClr val="FFFFFF"/>
                </a:solidFill>
                <a:latin typeface="Arial Black"/>
                <a:cs typeface="Arial Black"/>
              </a:rPr>
              <a:t>↓ </a:t>
            </a:r>
            <a:r>
              <a:rPr sz="2350" spc="-204" dirty="0">
                <a:solidFill>
                  <a:srgbClr val="FFFFFF"/>
                </a:solidFill>
                <a:latin typeface="Arial Black"/>
                <a:cs typeface="Arial Black"/>
              </a:rPr>
              <a:t>Business</a:t>
            </a:r>
            <a:r>
              <a:rPr sz="2350" spc="-170" dirty="0">
                <a:solidFill>
                  <a:srgbClr val="FFFFFF"/>
                </a:solidFill>
                <a:latin typeface="Arial Black"/>
                <a:cs typeface="Arial Black"/>
              </a:rPr>
              <a:t> </a:t>
            </a:r>
            <a:r>
              <a:rPr sz="2350" spc="-160" dirty="0">
                <a:solidFill>
                  <a:srgbClr val="FFFFFF"/>
                </a:solidFill>
                <a:latin typeface="Arial Black"/>
                <a:cs typeface="Arial Black"/>
              </a:rPr>
              <a:t>Insights</a:t>
            </a:r>
            <a:endParaRPr sz="2350">
              <a:latin typeface="Arial Black"/>
              <a:cs typeface="Arial Black"/>
            </a:endParaRPr>
          </a:p>
          <a:p>
            <a:pPr marL="149225" marR="141605" indent="1280795">
              <a:lnSpc>
                <a:spcPct val="113999"/>
              </a:lnSpc>
            </a:pPr>
            <a:r>
              <a:rPr sz="2350" spc="110" dirty="0">
                <a:solidFill>
                  <a:srgbClr val="FFFFFF"/>
                </a:solidFill>
                <a:latin typeface="Arial Black"/>
                <a:cs typeface="Arial Black"/>
              </a:rPr>
              <a:t>↓ </a:t>
            </a:r>
            <a:r>
              <a:rPr sz="2350" spc="-165" dirty="0">
                <a:solidFill>
                  <a:srgbClr val="FFFFFF"/>
                </a:solidFill>
                <a:latin typeface="Arial Black"/>
                <a:cs typeface="Arial Black"/>
              </a:rPr>
              <a:t>Recommendations</a:t>
            </a:r>
            <a:endParaRPr sz="2350">
              <a:latin typeface="Arial Black"/>
              <a:cs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16245" cy="10287000"/>
            <a:chOff x="0" y="0"/>
            <a:chExt cx="18216245" cy="10287000"/>
          </a:xfrm>
        </p:grpSpPr>
        <p:pic>
          <p:nvPicPr>
            <p:cNvPr id="3" name="object 3"/>
            <p:cNvPicPr/>
            <p:nvPr/>
          </p:nvPicPr>
          <p:blipFill>
            <a:blip r:embed="rId2" cstate="print"/>
            <a:stretch>
              <a:fillRect/>
            </a:stretch>
          </p:blipFill>
          <p:spPr>
            <a:xfrm>
              <a:off x="0" y="0"/>
              <a:ext cx="18215733" cy="10286999"/>
            </a:xfrm>
            <a:prstGeom prst="rect">
              <a:avLst/>
            </a:prstGeom>
          </p:spPr>
        </p:pic>
        <p:pic>
          <p:nvPicPr>
            <p:cNvPr id="4" name="object 4"/>
            <p:cNvPicPr/>
            <p:nvPr/>
          </p:nvPicPr>
          <p:blipFill>
            <a:blip r:embed="rId3" cstate="print"/>
            <a:stretch>
              <a:fillRect/>
            </a:stretch>
          </p:blipFill>
          <p:spPr>
            <a:xfrm>
              <a:off x="10356015" y="2029104"/>
              <a:ext cx="7534960" cy="7772546"/>
            </a:xfrm>
            <a:prstGeom prst="rect">
              <a:avLst/>
            </a:prstGeom>
          </p:spPr>
        </p:pic>
        <p:sp>
          <p:nvSpPr>
            <p:cNvPr id="5" name="object 5"/>
            <p:cNvSpPr/>
            <p:nvPr/>
          </p:nvSpPr>
          <p:spPr>
            <a:xfrm>
              <a:off x="258582" y="2029105"/>
              <a:ext cx="9787255" cy="7501890"/>
            </a:xfrm>
            <a:custGeom>
              <a:avLst/>
              <a:gdLst/>
              <a:ahLst/>
              <a:cxnLst/>
              <a:rect l="l" t="t" r="r" b="b"/>
              <a:pathLst>
                <a:path w="9787255" h="7501890">
                  <a:moveTo>
                    <a:pt x="9314967" y="7501387"/>
                  </a:moveTo>
                  <a:lnTo>
                    <a:pt x="485774" y="7501387"/>
                  </a:lnTo>
                  <a:lnTo>
                    <a:pt x="437762" y="7499010"/>
                  </a:lnTo>
                  <a:lnTo>
                    <a:pt x="390562" y="7491967"/>
                  </a:lnTo>
                  <a:lnTo>
                    <a:pt x="344494" y="7480389"/>
                  </a:lnTo>
                  <a:lnTo>
                    <a:pt x="299876" y="7464410"/>
                  </a:lnTo>
                  <a:lnTo>
                    <a:pt x="257028" y="7444160"/>
                  </a:lnTo>
                  <a:lnTo>
                    <a:pt x="216266" y="7419771"/>
                  </a:lnTo>
                  <a:lnTo>
                    <a:pt x="177911" y="7391377"/>
                  </a:lnTo>
                  <a:lnTo>
                    <a:pt x="142280" y="7359108"/>
                  </a:lnTo>
                  <a:lnTo>
                    <a:pt x="110010" y="7323476"/>
                  </a:lnTo>
                  <a:lnTo>
                    <a:pt x="81615" y="7285121"/>
                  </a:lnTo>
                  <a:lnTo>
                    <a:pt x="57227" y="7244359"/>
                  </a:lnTo>
                  <a:lnTo>
                    <a:pt x="36977" y="7201510"/>
                  </a:lnTo>
                  <a:lnTo>
                    <a:pt x="20997" y="7156893"/>
                  </a:lnTo>
                  <a:lnTo>
                    <a:pt x="9420" y="7110825"/>
                  </a:lnTo>
                  <a:lnTo>
                    <a:pt x="2377" y="7063625"/>
                  </a:lnTo>
                  <a:lnTo>
                    <a:pt x="0" y="7015612"/>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9314967" y="0"/>
                  </a:lnTo>
                  <a:lnTo>
                    <a:pt x="9362979" y="2377"/>
                  </a:lnTo>
                  <a:lnTo>
                    <a:pt x="9410179" y="9420"/>
                  </a:lnTo>
                  <a:lnTo>
                    <a:pt x="9456247" y="20997"/>
                  </a:lnTo>
                  <a:lnTo>
                    <a:pt x="9500865" y="36977"/>
                  </a:lnTo>
                  <a:lnTo>
                    <a:pt x="9543713" y="57227"/>
                  </a:lnTo>
                  <a:lnTo>
                    <a:pt x="9584475" y="81615"/>
                  </a:lnTo>
                  <a:lnTo>
                    <a:pt x="9622830" y="110010"/>
                  </a:lnTo>
                  <a:lnTo>
                    <a:pt x="9658461" y="142280"/>
                  </a:lnTo>
                  <a:lnTo>
                    <a:pt x="9690730" y="177911"/>
                  </a:lnTo>
                  <a:lnTo>
                    <a:pt x="9719125" y="216266"/>
                  </a:lnTo>
                  <a:lnTo>
                    <a:pt x="9743514" y="257028"/>
                  </a:lnTo>
                  <a:lnTo>
                    <a:pt x="9763764" y="299876"/>
                  </a:lnTo>
                  <a:lnTo>
                    <a:pt x="9779744" y="344494"/>
                  </a:lnTo>
                  <a:lnTo>
                    <a:pt x="9786966" y="373231"/>
                  </a:lnTo>
                  <a:lnTo>
                    <a:pt x="9786966" y="7128155"/>
                  </a:lnTo>
                  <a:lnTo>
                    <a:pt x="9763764" y="7201510"/>
                  </a:lnTo>
                  <a:lnTo>
                    <a:pt x="9743514" y="7244359"/>
                  </a:lnTo>
                  <a:lnTo>
                    <a:pt x="9719125" y="7285121"/>
                  </a:lnTo>
                  <a:lnTo>
                    <a:pt x="9690730" y="7323476"/>
                  </a:lnTo>
                  <a:lnTo>
                    <a:pt x="9658461" y="7359108"/>
                  </a:lnTo>
                  <a:lnTo>
                    <a:pt x="9622830" y="7391377"/>
                  </a:lnTo>
                  <a:lnTo>
                    <a:pt x="9584475" y="7419771"/>
                  </a:lnTo>
                  <a:lnTo>
                    <a:pt x="9543713" y="7444160"/>
                  </a:lnTo>
                  <a:lnTo>
                    <a:pt x="9500865" y="7464410"/>
                  </a:lnTo>
                  <a:lnTo>
                    <a:pt x="9456247" y="7480389"/>
                  </a:lnTo>
                  <a:lnTo>
                    <a:pt x="9410179" y="7491967"/>
                  </a:lnTo>
                  <a:lnTo>
                    <a:pt x="9362979" y="7499010"/>
                  </a:lnTo>
                  <a:lnTo>
                    <a:pt x="9314967" y="7501387"/>
                  </a:lnTo>
                  <a:close/>
                </a:path>
              </a:pathLst>
            </a:custGeom>
            <a:solidFill>
              <a:srgbClr val="46F0DB">
                <a:alpha val="50000"/>
              </a:srgbClr>
            </a:solidFill>
          </p:spPr>
          <p:txBody>
            <a:bodyPr wrap="square" lIns="0" tIns="0" rIns="0" bIns="0" rtlCol="0"/>
            <a:lstStyle/>
            <a:p>
              <a:endParaRPr/>
            </a:p>
          </p:txBody>
        </p:sp>
        <p:sp>
          <p:nvSpPr>
            <p:cNvPr id="6" name="object 6"/>
            <p:cNvSpPr/>
            <p:nvPr/>
          </p:nvSpPr>
          <p:spPr>
            <a:xfrm>
              <a:off x="6066884" y="257175"/>
              <a:ext cx="7265034" cy="1153160"/>
            </a:xfrm>
            <a:custGeom>
              <a:avLst/>
              <a:gdLst/>
              <a:ahLst/>
              <a:cxnLst/>
              <a:rect l="l" t="t" r="r" b="b"/>
              <a:pathLst>
                <a:path w="7265034" h="1153160">
                  <a:moveTo>
                    <a:pt x="6779563" y="1152987"/>
                  </a:moveTo>
                  <a:lnTo>
                    <a:pt x="485774" y="1152987"/>
                  </a:lnTo>
                  <a:lnTo>
                    <a:pt x="437762" y="1150610"/>
                  </a:lnTo>
                  <a:lnTo>
                    <a:pt x="390562" y="1143567"/>
                  </a:lnTo>
                  <a:lnTo>
                    <a:pt x="344494" y="1131989"/>
                  </a:lnTo>
                  <a:lnTo>
                    <a:pt x="299876" y="1116010"/>
                  </a:lnTo>
                  <a:lnTo>
                    <a:pt x="257028" y="1095760"/>
                  </a:lnTo>
                  <a:lnTo>
                    <a:pt x="216266" y="1071371"/>
                  </a:lnTo>
                  <a:lnTo>
                    <a:pt x="177911" y="1042976"/>
                  </a:lnTo>
                  <a:lnTo>
                    <a:pt x="142280" y="1010707"/>
                  </a:lnTo>
                  <a:lnTo>
                    <a:pt x="110010" y="975076"/>
                  </a:lnTo>
                  <a:lnTo>
                    <a:pt x="81615" y="936720"/>
                  </a:lnTo>
                  <a:lnTo>
                    <a:pt x="57227" y="895959"/>
                  </a:lnTo>
                  <a:lnTo>
                    <a:pt x="36977" y="853110"/>
                  </a:lnTo>
                  <a:lnTo>
                    <a:pt x="20997" y="808493"/>
                  </a:lnTo>
                  <a:lnTo>
                    <a:pt x="9420" y="762425"/>
                  </a:lnTo>
                  <a:lnTo>
                    <a:pt x="2377" y="715225"/>
                  </a:lnTo>
                  <a:lnTo>
                    <a:pt x="0" y="667212"/>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6779563" y="0"/>
                  </a:lnTo>
                  <a:lnTo>
                    <a:pt x="6827575" y="2377"/>
                  </a:lnTo>
                  <a:lnTo>
                    <a:pt x="6874775" y="9420"/>
                  </a:lnTo>
                  <a:lnTo>
                    <a:pt x="6920843" y="20997"/>
                  </a:lnTo>
                  <a:lnTo>
                    <a:pt x="6965460" y="36977"/>
                  </a:lnTo>
                  <a:lnTo>
                    <a:pt x="7008309" y="57227"/>
                  </a:lnTo>
                  <a:lnTo>
                    <a:pt x="7049071" y="81615"/>
                  </a:lnTo>
                  <a:lnTo>
                    <a:pt x="7087426" y="110010"/>
                  </a:lnTo>
                  <a:lnTo>
                    <a:pt x="7123057" y="142280"/>
                  </a:lnTo>
                  <a:lnTo>
                    <a:pt x="7155327" y="177911"/>
                  </a:lnTo>
                  <a:lnTo>
                    <a:pt x="7183722" y="216266"/>
                  </a:lnTo>
                  <a:lnTo>
                    <a:pt x="7208110" y="257028"/>
                  </a:lnTo>
                  <a:lnTo>
                    <a:pt x="7228360" y="299876"/>
                  </a:lnTo>
                  <a:lnTo>
                    <a:pt x="7244340" y="344494"/>
                  </a:lnTo>
                  <a:lnTo>
                    <a:pt x="7255917" y="390562"/>
                  </a:lnTo>
                  <a:lnTo>
                    <a:pt x="7262960" y="437762"/>
                  </a:lnTo>
                  <a:lnTo>
                    <a:pt x="7264723" y="473353"/>
                  </a:lnTo>
                  <a:lnTo>
                    <a:pt x="7264723" y="679634"/>
                  </a:lnTo>
                  <a:lnTo>
                    <a:pt x="7255917" y="762425"/>
                  </a:lnTo>
                  <a:lnTo>
                    <a:pt x="7244340" y="808493"/>
                  </a:lnTo>
                  <a:lnTo>
                    <a:pt x="7228360" y="853110"/>
                  </a:lnTo>
                  <a:lnTo>
                    <a:pt x="7208110" y="895959"/>
                  </a:lnTo>
                  <a:lnTo>
                    <a:pt x="7183722" y="936720"/>
                  </a:lnTo>
                  <a:lnTo>
                    <a:pt x="7155327" y="975076"/>
                  </a:lnTo>
                  <a:lnTo>
                    <a:pt x="7123057" y="1010707"/>
                  </a:lnTo>
                  <a:lnTo>
                    <a:pt x="7087426" y="1042976"/>
                  </a:lnTo>
                  <a:lnTo>
                    <a:pt x="7049071" y="1071371"/>
                  </a:lnTo>
                  <a:lnTo>
                    <a:pt x="7008309" y="1095760"/>
                  </a:lnTo>
                  <a:lnTo>
                    <a:pt x="6965460" y="1116010"/>
                  </a:lnTo>
                  <a:lnTo>
                    <a:pt x="6920843" y="1131989"/>
                  </a:lnTo>
                  <a:lnTo>
                    <a:pt x="6874775" y="1143567"/>
                  </a:lnTo>
                  <a:lnTo>
                    <a:pt x="6827575" y="1150610"/>
                  </a:lnTo>
                  <a:lnTo>
                    <a:pt x="6779563" y="1152987"/>
                  </a:lnTo>
                  <a:close/>
                </a:path>
              </a:pathLst>
            </a:custGeom>
            <a:solidFill>
              <a:srgbClr val="0FD3F9">
                <a:alpha val="44999"/>
              </a:srgbClr>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10731741" y="2610635"/>
          <a:ext cx="6781800" cy="6908165"/>
        </p:xfrm>
        <a:graphic>
          <a:graphicData uri="http://schemas.openxmlformats.org/drawingml/2006/table">
            <a:tbl>
              <a:tblPr firstRow="1" bandRow="1">
                <a:tableStyleId>{2D5ABB26-0587-4C30-8999-92F81FD0307C}</a:tableStyleId>
              </a:tblPr>
              <a:tblGrid>
                <a:gridCol w="3390900">
                  <a:extLst>
                    <a:ext uri="{9D8B030D-6E8A-4147-A177-3AD203B41FA5}">
                      <a16:colId xmlns:a16="http://schemas.microsoft.com/office/drawing/2014/main" val="20000"/>
                    </a:ext>
                  </a:extLst>
                </a:gridCol>
                <a:gridCol w="3390900">
                  <a:extLst>
                    <a:ext uri="{9D8B030D-6E8A-4147-A177-3AD203B41FA5}">
                      <a16:colId xmlns:a16="http://schemas.microsoft.com/office/drawing/2014/main" val="20001"/>
                    </a:ext>
                  </a:extLst>
                </a:gridCol>
              </a:tblGrid>
              <a:tr h="628015">
                <a:tc>
                  <a:txBody>
                    <a:bodyPr/>
                    <a:lstStyle/>
                    <a:p>
                      <a:pPr marL="75565">
                        <a:lnSpc>
                          <a:spcPct val="100000"/>
                        </a:lnSpc>
                        <a:spcBef>
                          <a:spcPts val="1500"/>
                        </a:spcBef>
                      </a:pPr>
                      <a:r>
                        <a:rPr sz="1500" spc="-10" dirty="0">
                          <a:solidFill>
                            <a:srgbClr val="FFFFFF"/>
                          </a:solidFill>
                          <a:latin typeface="Arial Black"/>
                          <a:cs typeface="Arial Black"/>
                        </a:rPr>
                        <a:t>Field</a:t>
                      </a:r>
                      <a:endParaRPr sz="1500">
                        <a:latin typeface="Arial Black"/>
                        <a:cs typeface="Arial Black"/>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spc="-10" dirty="0">
                          <a:solidFill>
                            <a:srgbClr val="FFFFFF"/>
                          </a:solidFill>
                          <a:latin typeface="Arial Black"/>
                          <a:cs typeface="Arial Black"/>
                        </a:rPr>
                        <a:t>Description</a:t>
                      </a:r>
                      <a:endParaRPr sz="1500">
                        <a:latin typeface="Arial Black"/>
                        <a:cs typeface="Arial Black"/>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0"/>
                  </a:ext>
                </a:extLst>
              </a:tr>
              <a:tr h="628015">
                <a:tc>
                  <a:txBody>
                    <a:bodyPr/>
                    <a:lstStyle/>
                    <a:p>
                      <a:pPr marL="75565">
                        <a:lnSpc>
                          <a:spcPct val="100000"/>
                        </a:lnSpc>
                        <a:spcBef>
                          <a:spcPts val="1500"/>
                        </a:spcBef>
                      </a:pPr>
                      <a:r>
                        <a:rPr sz="1500" spc="-35" dirty="0">
                          <a:solidFill>
                            <a:srgbClr val="FFFFFF"/>
                          </a:solidFill>
                          <a:latin typeface="Verdana"/>
                          <a:cs typeface="Verdana"/>
                        </a:rPr>
                        <a:t>Customer</a:t>
                      </a:r>
                      <a:r>
                        <a:rPr sz="1500" spc="-100" dirty="0">
                          <a:solidFill>
                            <a:srgbClr val="FFFFFF"/>
                          </a:solidFill>
                          <a:latin typeface="Verdana"/>
                          <a:cs typeface="Verdana"/>
                        </a:rPr>
                        <a:t> </a:t>
                      </a:r>
                      <a:r>
                        <a:rPr sz="1500" spc="-25" dirty="0">
                          <a:solidFill>
                            <a:srgbClr val="FFFFFF"/>
                          </a:solidFill>
                          <a:latin typeface="Verdana"/>
                          <a:cs typeface="Verdana"/>
                        </a:rPr>
                        <a:t>ID</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spc="-25" dirty="0">
                          <a:solidFill>
                            <a:srgbClr val="FFFFFF"/>
                          </a:solidFill>
                          <a:latin typeface="Verdana"/>
                          <a:cs typeface="Verdana"/>
                        </a:rPr>
                        <a:t>Unique</a:t>
                      </a:r>
                      <a:r>
                        <a:rPr sz="1500" spc="-120" dirty="0">
                          <a:solidFill>
                            <a:srgbClr val="FFFFFF"/>
                          </a:solidFill>
                          <a:latin typeface="Verdana"/>
                          <a:cs typeface="Verdana"/>
                        </a:rPr>
                        <a:t> </a:t>
                      </a:r>
                      <a:r>
                        <a:rPr sz="1500" spc="-25" dirty="0">
                          <a:solidFill>
                            <a:srgbClr val="FFFFFF"/>
                          </a:solidFill>
                          <a:latin typeface="Verdana"/>
                          <a:cs typeface="Verdana"/>
                        </a:rPr>
                        <a:t>customer</a:t>
                      </a:r>
                      <a:r>
                        <a:rPr sz="1500" spc="-105" dirty="0">
                          <a:solidFill>
                            <a:srgbClr val="FFFFFF"/>
                          </a:solidFill>
                          <a:latin typeface="Verdana"/>
                          <a:cs typeface="Verdana"/>
                        </a:rPr>
                        <a:t> </a:t>
                      </a:r>
                      <a:r>
                        <a:rPr sz="1500" spc="-10" dirty="0">
                          <a:solidFill>
                            <a:srgbClr val="FFFFFF"/>
                          </a:solidFill>
                          <a:latin typeface="Verdana"/>
                          <a:cs typeface="Verdana"/>
                        </a:rPr>
                        <a:t>identifier</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1"/>
                  </a:ext>
                </a:extLst>
              </a:tr>
              <a:tr h="628015">
                <a:tc>
                  <a:txBody>
                    <a:bodyPr/>
                    <a:lstStyle/>
                    <a:p>
                      <a:pPr marL="75565">
                        <a:lnSpc>
                          <a:spcPct val="100000"/>
                        </a:lnSpc>
                        <a:spcBef>
                          <a:spcPts val="1500"/>
                        </a:spcBef>
                      </a:pPr>
                      <a:r>
                        <a:rPr sz="1500" spc="-40" dirty="0">
                          <a:solidFill>
                            <a:srgbClr val="FFFFFF"/>
                          </a:solidFill>
                          <a:latin typeface="Verdana"/>
                          <a:cs typeface="Verdana"/>
                        </a:rPr>
                        <a:t>Invoice</a:t>
                      </a:r>
                      <a:r>
                        <a:rPr sz="1500" spc="-100" dirty="0">
                          <a:solidFill>
                            <a:srgbClr val="FFFFFF"/>
                          </a:solidFill>
                          <a:latin typeface="Verdana"/>
                          <a:cs typeface="Verdana"/>
                        </a:rPr>
                        <a:t> </a:t>
                      </a:r>
                      <a:r>
                        <a:rPr sz="1500" spc="-10" dirty="0">
                          <a:solidFill>
                            <a:srgbClr val="FFFFFF"/>
                          </a:solidFill>
                          <a:latin typeface="Verdana"/>
                          <a:cs typeface="Verdana"/>
                        </a:rPr>
                        <a:t>Number</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marR="1137920">
                        <a:lnSpc>
                          <a:spcPct val="116700"/>
                        </a:lnSpc>
                        <a:spcBef>
                          <a:spcPts val="375"/>
                        </a:spcBef>
                      </a:pPr>
                      <a:r>
                        <a:rPr sz="1500" spc="-25" dirty="0">
                          <a:solidFill>
                            <a:srgbClr val="FFFFFF"/>
                          </a:solidFill>
                          <a:latin typeface="Verdana"/>
                          <a:cs typeface="Verdana"/>
                        </a:rPr>
                        <a:t>Unique</a:t>
                      </a:r>
                      <a:r>
                        <a:rPr sz="1500" spc="-130" dirty="0">
                          <a:solidFill>
                            <a:srgbClr val="FFFFFF"/>
                          </a:solidFill>
                          <a:latin typeface="Verdana"/>
                          <a:cs typeface="Verdana"/>
                        </a:rPr>
                        <a:t> </a:t>
                      </a:r>
                      <a:r>
                        <a:rPr sz="1500" spc="-10" dirty="0">
                          <a:solidFill>
                            <a:srgbClr val="FFFFFF"/>
                          </a:solidFill>
                          <a:latin typeface="Verdana"/>
                          <a:cs typeface="Verdana"/>
                        </a:rPr>
                        <a:t>invoice</a:t>
                      </a:r>
                      <a:r>
                        <a:rPr sz="1500" spc="-125" dirty="0">
                          <a:solidFill>
                            <a:srgbClr val="FFFFFF"/>
                          </a:solidFill>
                          <a:latin typeface="Verdana"/>
                          <a:cs typeface="Verdana"/>
                        </a:rPr>
                        <a:t> </a:t>
                      </a:r>
                      <a:r>
                        <a:rPr sz="1500" dirty="0">
                          <a:solidFill>
                            <a:srgbClr val="FFFFFF"/>
                          </a:solidFill>
                          <a:latin typeface="Verdana"/>
                          <a:cs typeface="Verdana"/>
                        </a:rPr>
                        <a:t>for</a:t>
                      </a:r>
                      <a:r>
                        <a:rPr sz="1500" spc="-125" dirty="0">
                          <a:solidFill>
                            <a:srgbClr val="FFFFFF"/>
                          </a:solidFill>
                          <a:latin typeface="Verdana"/>
                          <a:cs typeface="Verdana"/>
                        </a:rPr>
                        <a:t> </a:t>
                      </a:r>
                      <a:r>
                        <a:rPr sz="1500" spc="-20" dirty="0">
                          <a:solidFill>
                            <a:srgbClr val="FFFFFF"/>
                          </a:solidFill>
                          <a:latin typeface="Verdana"/>
                          <a:cs typeface="Verdana"/>
                        </a:rPr>
                        <a:t>each </a:t>
                      </a:r>
                      <a:r>
                        <a:rPr sz="1500" spc="-10" dirty="0">
                          <a:solidFill>
                            <a:srgbClr val="FFFFFF"/>
                          </a:solidFill>
                          <a:latin typeface="Verdana"/>
                          <a:cs typeface="Verdana"/>
                        </a:rPr>
                        <a:t>transaction</a:t>
                      </a:r>
                      <a:endParaRPr sz="1500">
                        <a:latin typeface="Verdana"/>
                        <a:cs typeface="Verdana"/>
                      </a:endParaRPr>
                    </a:p>
                  </a:txBody>
                  <a:tcPr marL="0" marR="0" marT="4762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2"/>
                  </a:ext>
                </a:extLst>
              </a:tr>
              <a:tr h="628015">
                <a:tc>
                  <a:txBody>
                    <a:bodyPr/>
                    <a:lstStyle/>
                    <a:p>
                      <a:pPr marL="75565">
                        <a:lnSpc>
                          <a:spcPct val="100000"/>
                        </a:lnSpc>
                        <a:spcBef>
                          <a:spcPts val="1500"/>
                        </a:spcBef>
                      </a:pPr>
                      <a:r>
                        <a:rPr sz="1500" spc="-10" dirty="0">
                          <a:solidFill>
                            <a:srgbClr val="FFFFFF"/>
                          </a:solidFill>
                          <a:latin typeface="Verdana"/>
                          <a:cs typeface="Verdana"/>
                        </a:rPr>
                        <a:t>Gender</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dirty="0">
                          <a:solidFill>
                            <a:srgbClr val="FFFFFF"/>
                          </a:solidFill>
                          <a:latin typeface="Verdana"/>
                          <a:cs typeface="Verdana"/>
                        </a:rPr>
                        <a:t>Male</a:t>
                      </a:r>
                      <a:r>
                        <a:rPr sz="1500" spc="-160" dirty="0">
                          <a:solidFill>
                            <a:srgbClr val="FFFFFF"/>
                          </a:solidFill>
                          <a:latin typeface="Verdana"/>
                          <a:cs typeface="Verdana"/>
                        </a:rPr>
                        <a:t> </a:t>
                      </a:r>
                      <a:r>
                        <a:rPr sz="1500" spc="-110" dirty="0">
                          <a:solidFill>
                            <a:srgbClr val="FFFFFF"/>
                          </a:solidFill>
                          <a:latin typeface="Verdana"/>
                          <a:cs typeface="Verdana"/>
                        </a:rPr>
                        <a:t>/</a:t>
                      </a:r>
                      <a:r>
                        <a:rPr sz="1500" spc="-155" dirty="0">
                          <a:solidFill>
                            <a:srgbClr val="FFFFFF"/>
                          </a:solidFill>
                          <a:latin typeface="Verdana"/>
                          <a:cs typeface="Verdana"/>
                        </a:rPr>
                        <a:t> </a:t>
                      </a:r>
                      <a:r>
                        <a:rPr sz="1500" spc="-10" dirty="0">
                          <a:solidFill>
                            <a:srgbClr val="FFFFFF"/>
                          </a:solidFill>
                          <a:latin typeface="Verdana"/>
                          <a:cs typeface="Verdana"/>
                        </a:rPr>
                        <a:t>Female</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3"/>
                  </a:ext>
                </a:extLst>
              </a:tr>
              <a:tr h="628015">
                <a:tc>
                  <a:txBody>
                    <a:bodyPr/>
                    <a:lstStyle/>
                    <a:p>
                      <a:pPr marL="75565">
                        <a:lnSpc>
                          <a:spcPct val="100000"/>
                        </a:lnSpc>
                        <a:spcBef>
                          <a:spcPts val="1500"/>
                        </a:spcBef>
                      </a:pPr>
                      <a:r>
                        <a:rPr sz="1500" spc="-25" dirty="0">
                          <a:solidFill>
                            <a:srgbClr val="FFFFFF"/>
                          </a:solidFill>
                          <a:latin typeface="Verdana"/>
                          <a:cs typeface="Verdana"/>
                        </a:rPr>
                        <a:t>Age</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spc="-35" dirty="0">
                          <a:solidFill>
                            <a:srgbClr val="FFFFFF"/>
                          </a:solidFill>
                          <a:latin typeface="Verdana"/>
                          <a:cs typeface="Verdana"/>
                        </a:rPr>
                        <a:t>Customer</a:t>
                      </a:r>
                      <a:r>
                        <a:rPr sz="1500" spc="-100" dirty="0">
                          <a:solidFill>
                            <a:srgbClr val="FFFFFF"/>
                          </a:solidFill>
                          <a:latin typeface="Verdana"/>
                          <a:cs typeface="Verdana"/>
                        </a:rPr>
                        <a:t> </a:t>
                      </a:r>
                      <a:r>
                        <a:rPr sz="1500" spc="-25" dirty="0">
                          <a:solidFill>
                            <a:srgbClr val="FFFFFF"/>
                          </a:solidFill>
                          <a:latin typeface="Verdana"/>
                          <a:cs typeface="Verdana"/>
                        </a:rPr>
                        <a:t>age</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4"/>
                  </a:ext>
                </a:extLst>
              </a:tr>
              <a:tr h="628015">
                <a:tc>
                  <a:txBody>
                    <a:bodyPr/>
                    <a:lstStyle/>
                    <a:p>
                      <a:pPr marL="75565">
                        <a:lnSpc>
                          <a:spcPct val="100000"/>
                        </a:lnSpc>
                        <a:spcBef>
                          <a:spcPts val="1500"/>
                        </a:spcBef>
                      </a:pPr>
                      <a:r>
                        <a:rPr sz="1500" spc="-10" dirty="0">
                          <a:solidFill>
                            <a:srgbClr val="FFFFFF"/>
                          </a:solidFill>
                          <a:latin typeface="Verdana"/>
                          <a:cs typeface="Verdana"/>
                        </a:rPr>
                        <a:t>Category</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dirty="0">
                          <a:solidFill>
                            <a:srgbClr val="FFFFFF"/>
                          </a:solidFill>
                          <a:latin typeface="Verdana"/>
                          <a:cs typeface="Verdana"/>
                        </a:rPr>
                        <a:t>Product</a:t>
                      </a:r>
                      <a:r>
                        <a:rPr sz="1500" spc="-85" dirty="0">
                          <a:solidFill>
                            <a:srgbClr val="FFFFFF"/>
                          </a:solidFill>
                          <a:latin typeface="Verdana"/>
                          <a:cs typeface="Verdana"/>
                        </a:rPr>
                        <a:t> </a:t>
                      </a:r>
                      <a:r>
                        <a:rPr sz="1500" spc="-30" dirty="0">
                          <a:solidFill>
                            <a:srgbClr val="FFFFFF"/>
                          </a:solidFill>
                          <a:latin typeface="Verdana"/>
                          <a:cs typeface="Verdana"/>
                        </a:rPr>
                        <a:t>category</a:t>
                      </a:r>
                      <a:r>
                        <a:rPr sz="1500" spc="-80" dirty="0">
                          <a:solidFill>
                            <a:srgbClr val="FFFFFF"/>
                          </a:solidFill>
                          <a:latin typeface="Verdana"/>
                          <a:cs typeface="Verdana"/>
                        </a:rPr>
                        <a:t> </a:t>
                      </a:r>
                      <a:r>
                        <a:rPr sz="1500" spc="-10" dirty="0">
                          <a:solidFill>
                            <a:srgbClr val="FFFFFF"/>
                          </a:solidFill>
                          <a:latin typeface="Verdana"/>
                          <a:cs typeface="Verdana"/>
                        </a:rPr>
                        <a:t>purchased</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5"/>
                  </a:ext>
                </a:extLst>
              </a:tr>
              <a:tr h="628015">
                <a:tc>
                  <a:txBody>
                    <a:bodyPr/>
                    <a:lstStyle/>
                    <a:p>
                      <a:pPr marL="75565">
                        <a:lnSpc>
                          <a:spcPct val="100000"/>
                        </a:lnSpc>
                        <a:spcBef>
                          <a:spcPts val="1500"/>
                        </a:spcBef>
                      </a:pPr>
                      <a:r>
                        <a:rPr sz="1500" spc="-10" dirty="0">
                          <a:solidFill>
                            <a:srgbClr val="FFFFFF"/>
                          </a:solidFill>
                          <a:latin typeface="Verdana"/>
                          <a:cs typeface="Verdana"/>
                        </a:rPr>
                        <a:t>Quantity</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spc="-20" dirty="0">
                          <a:solidFill>
                            <a:srgbClr val="FFFFFF"/>
                          </a:solidFill>
                          <a:latin typeface="Verdana"/>
                          <a:cs typeface="Verdana"/>
                        </a:rPr>
                        <a:t>Number</a:t>
                      </a:r>
                      <a:r>
                        <a:rPr sz="1500" spc="-130" dirty="0">
                          <a:solidFill>
                            <a:srgbClr val="FFFFFF"/>
                          </a:solidFill>
                          <a:latin typeface="Verdana"/>
                          <a:cs typeface="Verdana"/>
                        </a:rPr>
                        <a:t> </a:t>
                      </a:r>
                      <a:r>
                        <a:rPr sz="1500" dirty="0">
                          <a:solidFill>
                            <a:srgbClr val="FFFFFF"/>
                          </a:solidFill>
                          <a:latin typeface="Verdana"/>
                          <a:cs typeface="Verdana"/>
                        </a:rPr>
                        <a:t>of</a:t>
                      </a:r>
                      <a:r>
                        <a:rPr sz="1500" spc="-130" dirty="0">
                          <a:solidFill>
                            <a:srgbClr val="FFFFFF"/>
                          </a:solidFill>
                          <a:latin typeface="Verdana"/>
                          <a:cs typeface="Verdana"/>
                        </a:rPr>
                        <a:t> </a:t>
                      </a:r>
                      <a:r>
                        <a:rPr sz="1500" spc="-40" dirty="0">
                          <a:solidFill>
                            <a:srgbClr val="FFFFFF"/>
                          </a:solidFill>
                          <a:latin typeface="Verdana"/>
                          <a:cs typeface="Verdana"/>
                        </a:rPr>
                        <a:t>items</a:t>
                      </a:r>
                      <a:r>
                        <a:rPr sz="1500" spc="-130" dirty="0">
                          <a:solidFill>
                            <a:srgbClr val="FFFFFF"/>
                          </a:solidFill>
                          <a:latin typeface="Verdana"/>
                          <a:cs typeface="Verdana"/>
                        </a:rPr>
                        <a:t> </a:t>
                      </a:r>
                      <a:r>
                        <a:rPr sz="1500" spc="-10" dirty="0">
                          <a:solidFill>
                            <a:srgbClr val="FFFFFF"/>
                          </a:solidFill>
                          <a:latin typeface="Verdana"/>
                          <a:cs typeface="Verdana"/>
                        </a:rPr>
                        <a:t>purchased</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6"/>
                  </a:ext>
                </a:extLst>
              </a:tr>
              <a:tr h="628015">
                <a:tc>
                  <a:txBody>
                    <a:bodyPr/>
                    <a:lstStyle/>
                    <a:p>
                      <a:pPr marL="75565">
                        <a:lnSpc>
                          <a:spcPct val="100000"/>
                        </a:lnSpc>
                        <a:spcBef>
                          <a:spcPts val="1500"/>
                        </a:spcBef>
                      </a:pPr>
                      <a:r>
                        <a:rPr sz="1500" spc="-10" dirty="0">
                          <a:solidFill>
                            <a:srgbClr val="FFFFFF"/>
                          </a:solidFill>
                          <a:latin typeface="Verdana"/>
                          <a:cs typeface="Verdana"/>
                        </a:rPr>
                        <a:t>Price</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dirty="0">
                          <a:solidFill>
                            <a:srgbClr val="FFFFFF"/>
                          </a:solidFill>
                          <a:latin typeface="Verdana"/>
                          <a:cs typeface="Verdana"/>
                        </a:rPr>
                        <a:t>Price</a:t>
                      </a:r>
                      <a:r>
                        <a:rPr sz="1500" spc="-120" dirty="0">
                          <a:solidFill>
                            <a:srgbClr val="FFFFFF"/>
                          </a:solidFill>
                          <a:latin typeface="Verdana"/>
                          <a:cs typeface="Verdana"/>
                        </a:rPr>
                        <a:t> </a:t>
                      </a:r>
                      <a:r>
                        <a:rPr sz="1500" dirty="0">
                          <a:solidFill>
                            <a:srgbClr val="FFFFFF"/>
                          </a:solidFill>
                          <a:latin typeface="Verdana"/>
                          <a:cs typeface="Verdana"/>
                        </a:rPr>
                        <a:t>of</a:t>
                      </a:r>
                      <a:r>
                        <a:rPr sz="1500" spc="-120" dirty="0">
                          <a:solidFill>
                            <a:srgbClr val="FFFFFF"/>
                          </a:solidFill>
                          <a:latin typeface="Verdana"/>
                          <a:cs typeface="Verdana"/>
                        </a:rPr>
                        <a:t> </a:t>
                      </a:r>
                      <a:r>
                        <a:rPr sz="1500" spc="-10" dirty="0">
                          <a:solidFill>
                            <a:srgbClr val="FFFFFF"/>
                          </a:solidFill>
                          <a:latin typeface="Verdana"/>
                          <a:cs typeface="Verdana"/>
                        </a:rPr>
                        <a:t>the</a:t>
                      </a:r>
                      <a:r>
                        <a:rPr sz="1500" spc="-114" dirty="0">
                          <a:solidFill>
                            <a:srgbClr val="FFFFFF"/>
                          </a:solidFill>
                          <a:latin typeface="Verdana"/>
                          <a:cs typeface="Verdana"/>
                        </a:rPr>
                        <a:t> </a:t>
                      </a:r>
                      <a:r>
                        <a:rPr sz="1500" spc="-25" dirty="0">
                          <a:solidFill>
                            <a:srgbClr val="FFFFFF"/>
                          </a:solidFill>
                          <a:latin typeface="Verdana"/>
                          <a:cs typeface="Verdana"/>
                        </a:rPr>
                        <a:t>purchased</a:t>
                      </a:r>
                      <a:r>
                        <a:rPr sz="1500" spc="-120" dirty="0">
                          <a:solidFill>
                            <a:srgbClr val="FFFFFF"/>
                          </a:solidFill>
                          <a:latin typeface="Verdana"/>
                          <a:cs typeface="Verdana"/>
                        </a:rPr>
                        <a:t> </a:t>
                      </a:r>
                      <a:r>
                        <a:rPr sz="1500" spc="-10" dirty="0">
                          <a:solidFill>
                            <a:srgbClr val="FFFFFF"/>
                          </a:solidFill>
                          <a:latin typeface="Verdana"/>
                          <a:cs typeface="Verdana"/>
                        </a:rPr>
                        <a:t>items</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7"/>
                  </a:ext>
                </a:extLst>
              </a:tr>
              <a:tr h="628015">
                <a:tc>
                  <a:txBody>
                    <a:bodyPr/>
                    <a:lstStyle/>
                    <a:p>
                      <a:pPr marL="75565">
                        <a:lnSpc>
                          <a:spcPct val="100000"/>
                        </a:lnSpc>
                        <a:spcBef>
                          <a:spcPts val="1500"/>
                        </a:spcBef>
                      </a:pPr>
                      <a:r>
                        <a:rPr sz="1500" spc="-25" dirty="0">
                          <a:solidFill>
                            <a:srgbClr val="FFFFFF"/>
                          </a:solidFill>
                          <a:latin typeface="Verdana"/>
                          <a:cs typeface="Verdana"/>
                        </a:rPr>
                        <a:t>Payment</a:t>
                      </a:r>
                      <a:r>
                        <a:rPr sz="1500" spc="-120" dirty="0">
                          <a:solidFill>
                            <a:srgbClr val="FFFFFF"/>
                          </a:solidFill>
                          <a:latin typeface="Verdana"/>
                          <a:cs typeface="Verdana"/>
                        </a:rPr>
                        <a:t> </a:t>
                      </a:r>
                      <a:r>
                        <a:rPr sz="1500" spc="-10" dirty="0">
                          <a:solidFill>
                            <a:srgbClr val="FFFFFF"/>
                          </a:solidFill>
                          <a:latin typeface="Verdana"/>
                          <a:cs typeface="Verdana"/>
                        </a:rPr>
                        <a:t>Method</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spc="-65" dirty="0">
                          <a:solidFill>
                            <a:srgbClr val="FFFFFF"/>
                          </a:solidFill>
                          <a:latin typeface="Verdana"/>
                          <a:cs typeface="Verdana"/>
                        </a:rPr>
                        <a:t>Cash,</a:t>
                      </a:r>
                      <a:r>
                        <a:rPr sz="1500" spc="-150" dirty="0">
                          <a:solidFill>
                            <a:srgbClr val="FFFFFF"/>
                          </a:solidFill>
                          <a:latin typeface="Verdana"/>
                          <a:cs typeface="Verdana"/>
                        </a:rPr>
                        <a:t> </a:t>
                      </a:r>
                      <a:r>
                        <a:rPr sz="1500" dirty="0">
                          <a:solidFill>
                            <a:srgbClr val="FFFFFF"/>
                          </a:solidFill>
                          <a:latin typeface="Verdana"/>
                          <a:cs typeface="Verdana"/>
                        </a:rPr>
                        <a:t>Credit</a:t>
                      </a:r>
                      <a:r>
                        <a:rPr sz="1500" spc="-145" dirty="0">
                          <a:solidFill>
                            <a:srgbClr val="FFFFFF"/>
                          </a:solidFill>
                          <a:latin typeface="Verdana"/>
                          <a:cs typeface="Verdana"/>
                        </a:rPr>
                        <a:t> </a:t>
                      </a:r>
                      <a:r>
                        <a:rPr sz="1500" spc="-50" dirty="0">
                          <a:solidFill>
                            <a:srgbClr val="FFFFFF"/>
                          </a:solidFill>
                          <a:latin typeface="Verdana"/>
                          <a:cs typeface="Verdana"/>
                        </a:rPr>
                        <a:t>Card,</a:t>
                      </a:r>
                      <a:r>
                        <a:rPr sz="1500" spc="-145" dirty="0">
                          <a:solidFill>
                            <a:srgbClr val="FFFFFF"/>
                          </a:solidFill>
                          <a:latin typeface="Verdana"/>
                          <a:cs typeface="Verdana"/>
                        </a:rPr>
                        <a:t> </a:t>
                      </a:r>
                      <a:r>
                        <a:rPr sz="1500" dirty="0">
                          <a:solidFill>
                            <a:srgbClr val="FFFFFF"/>
                          </a:solidFill>
                          <a:latin typeface="Verdana"/>
                          <a:cs typeface="Verdana"/>
                        </a:rPr>
                        <a:t>or</a:t>
                      </a:r>
                      <a:r>
                        <a:rPr sz="1500" spc="-145" dirty="0">
                          <a:solidFill>
                            <a:srgbClr val="FFFFFF"/>
                          </a:solidFill>
                          <a:latin typeface="Verdana"/>
                          <a:cs typeface="Verdana"/>
                        </a:rPr>
                        <a:t> </a:t>
                      </a:r>
                      <a:r>
                        <a:rPr sz="1500" dirty="0">
                          <a:solidFill>
                            <a:srgbClr val="FFFFFF"/>
                          </a:solidFill>
                          <a:latin typeface="Verdana"/>
                          <a:cs typeface="Verdana"/>
                        </a:rPr>
                        <a:t>Debit</a:t>
                      </a:r>
                      <a:r>
                        <a:rPr sz="1500" spc="-145" dirty="0">
                          <a:solidFill>
                            <a:srgbClr val="FFFFFF"/>
                          </a:solidFill>
                          <a:latin typeface="Verdana"/>
                          <a:cs typeface="Verdana"/>
                        </a:rPr>
                        <a:t> </a:t>
                      </a:r>
                      <a:r>
                        <a:rPr sz="1500" spc="-20" dirty="0">
                          <a:solidFill>
                            <a:srgbClr val="FFFFFF"/>
                          </a:solidFill>
                          <a:latin typeface="Verdana"/>
                          <a:cs typeface="Verdana"/>
                        </a:rPr>
                        <a:t>Card</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8"/>
                  </a:ext>
                </a:extLst>
              </a:tr>
              <a:tr h="628015">
                <a:tc>
                  <a:txBody>
                    <a:bodyPr/>
                    <a:lstStyle/>
                    <a:p>
                      <a:pPr marL="75565">
                        <a:lnSpc>
                          <a:spcPct val="100000"/>
                        </a:lnSpc>
                        <a:spcBef>
                          <a:spcPts val="1500"/>
                        </a:spcBef>
                      </a:pPr>
                      <a:r>
                        <a:rPr sz="1500" spc="-40" dirty="0">
                          <a:solidFill>
                            <a:srgbClr val="FFFFFF"/>
                          </a:solidFill>
                          <a:latin typeface="Verdana"/>
                          <a:cs typeface="Verdana"/>
                        </a:rPr>
                        <a:t>Invoice</a:t>
                      </a:r>
                      <a:r>
                        <a:rPr sz="1500" spc="-100" dirty="0">
                          <a:solidFill>
                            <a:srgbClr val="FFFFFF"/>
                          </a:solidFill>
                          <a:latin typeface="Verdana"/>
                          <a:cs typeface="Verdana"/>
                        </a:rPr>
                        <a:t> </a:t>
                      </a:r>
                      <a:r>
                        <a:rPr sz="1500" spc="-20" dirty="0">
                          <a:solidFill>
                            <a:srgbClr val="FFFFFF"/>
                          </a:solidFill>
                          <a:latin typeface="Verdana"/>
                          <a:cs typeface="Verdana"/>
                        </a:rPr>
                        <a:t>Date</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a:lnSpc>
                          <a:spcPct val="100000"/>
                        </a:lnSpc>
                        <a:spcBef>
                          <a:spcPts val="1500"/>
                        </a:spcBef>
                      </a:pPr>
                      <a:r>
                        <a:rPr sz="1500" spc="-35" dirty="0">
                          <a:solidFill>
                            <a:srgbClr val="FFFFFF"/>
                          </a:solidFill>
                          <a:latin typeface="Verdana"/>
                          <a:cs typeface="Verdana"/>
                        </a:rPr>
                        <a:t>Date</a:t>
                      </a:r>
                      <a:r>
                        <a:rPr sz="1500" spc="-114" dirty="0">
                          <a:solidFill>
                            <a:srgbClr val="FFFFFF"/>
                          </a:solidFill>
                          <a:latin typeface="Verdana"/>
                          <a:cs typeface="Verdana"/>
                        </a:rPr>
                        <a:t> </a:t>
                      </a:r>
                      <a:r>
                        <a:rPr sz="1500" dirty="0">
                          <a:solidFill>
                            <a:srgbClr val="FFFFFF"/>
                          </a:solidFill>
                          <a:latin typeface="Verdana"/>
                          <a:cs typeface="Verdana"/>
                        </a:rPr>
                        <a:t>of</a:t>
                      </a:r>
                      <a:r>
                        <a:rPr sz="1500" spc="-114" dirty="0">
                          <a:solidFill>
                            <a:srgbClr val="FFFFFF"/>
                          </a:solidFill>
                          <a:latin typeface="Verdana"/>
                          <a:cs typeface="Verdana"/>
                        </a:rPr>
                        <a:t> </a:t>
                      </a:r>
                      <a:r>
                        <a:rPr sz="1500" spc="-10" dirty="0">
                          <a:solidFill>
                            <a:srgbClr val="FFFFFF"/>
                          </a:solidFill>
                          <a:latin typeface="Verdana"/>
                          <a:cs typeface="Verdana"/>
                        </a:rPr>
                        <a:t>purchase</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09"/>
                  </a:ext>
                </a:extLst>
              </a:tr>
              <a:tr h="628015">
                <a:tc>
                  <a:txBody>
                    <a:bodyPr/>
                    <a:lstStyle/>
                    <a:p>
                      <a:pPr marL="75565">
                        <a:lnSpc>
                          <a:spcPct val="100000"/>
                        </a:lnSpc>
                        <a:spcBef>
                          <a:spcPts val="1500"/>
                        </a:spcBef>
                      </a:pPr>
                      <a:r>
                        <a:rPr sz="1500" spc="-35" dirty="0">
                          <a:solidFill>
                            <a:srgbClr val="FFFFFF"/>
                          </a:solidFill>
                          <a:latin typeface="Verdana"/>
                          <a:cs typeface="Verdana"/>
                        </a:rPr>
                        <a:t>Shopping</a:t>
                      </a:r>
                      <a:r>
                        <a:rPr sz="1500" spc="-95" dirty="0">
                          <a:solidFill>
                            <a:srgbClr val="FFFFFF"/>
                          </a:solidFill>
                          <a:latin typeface="Verdana"/>
                          <a:cs typeface="Verdana"/>
                        </a:rPr>
                        <a:t> </a:t>
                      </a:r>
                      <a:r>
                        <a:rPr sz="1500" spc="-20" dirty="0">
                          <a:solidFill>
                            <a:srgbClr val="FFFFFF"/>
                          </a:solidFill>
                          <a:latin typeface="Verdana"/>
                          <a:cs typeface="Verdana"/>
                        </a:rPr>
                        <a:t>Mall</a:t>
                      </a:r>
                      <a:endParaRPr sz="1500">
                        <a:latin typeface="Verdana"/>
                        <a:cs typeface="Verdana"/>
                      </a:endParaRPr>
                    </a:p>
                  </a:txBody>
                  <a:tcPr marL="0" marR="0" marT="190500"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tc>
                  <a:txBody>
                    <a:bodyPr/>
                    <a:lstStyle/>
                    <a:p>
                      <a:pPr marL="76200" marR="132080">
                        <a:lnSpc>
                          <a:spcPct val="116700"/>
                        </a:lnSpc>
                        <a:spcBef>
                          <a:spcPts val="375"/>
                        </a:spcBef>
                      </a:pPr>
                      <a:r>
                        <a:rPr sz="1500" spc="-35" dirty="0">
                          <a:solidFill>
                            <a:srgbClr val="FFFFFF"/>
                          </a:solidFill>
                          <a:latin typeface="Verdana"/>
                          <a:cs typeface="Verdana"/>
                        </a:rPr>
                        <a:t>Shopping</a:t>
                      </a:r>
                      <a:r>
                        <a:rPr sz="1500" spc="-125" dirty="0">
                          <a:solidFill>
                            <a:srgbClr val="FFFFFF"/>
                          </a:solidFill>
                          <a:latin typeface="Verdana"/>
                          <a:cs typeface="Verdana"/>
                        </a:rPr>
                        <a:t> </a:t>
                      </a:r>
                      <a:r>
                        <a:rPr sz="1500" spc="-40" dirty="0">
                          <a:solidFill>
                            <a:srgbClr val="FFFFFF"/>
                          </a:solidFill>
                          <a:latin typeface="Verdana"/>
                          <a:cs typeface="Verdana"/>
                        </a:rPr>
                        <a:t>mall</a:t>
                      </a:r>
                      <a:r>
                        <a:rPr sz="1500" spc="-125" dirty="0">
                          <a:solidFill>
                            <a:srgbClr val="FFFFFF"/>
                          </a:solidFill>
                          <a:latin typeface="Verdana"/>
                          <a:cs typeface="Verdana"/>
                        </a:rPr>
                        <a:t> </a:t>
                      </a:r>
                      <a:r>
                        <a:rPr sz="1500" spc="-35" dirty="0">
                          <a:solidFill>
                            <a:srgbClr val="FFFFFF"/>
                          </a:solidFill>
                          <a:latin typeface="Verdana"/>
                          <a:cs typeface="Verdana"/>
                        </a:rPr>
                        <a:t>where</a:t>
                      </a:r>
                      <a:r>
                        <a:rPr sz="1500" spc="-125" dirty="0">
                          <a:solidFill>
                            <a:srgbClr val="FFFFFF"/>
                          </a:solidFill>
                          <a:latin typeface="Verdana"/>
                          <a:cs typeface="Verdana"/>
                        </a:rPr>
                        <a:t> </a:t>
                      </a:r>
                      <a:r>
                        <a:rPr sz="1500" spc="-10" dirty="0">
                          <a:solidFill>
                            <a:srgbClr val="FFFFFF"/>
                          </a:solidFill>
                          <a:latin typeface="Verdana"/>
                          <a:cs typeface="Verdana"/>
                        </a:rPr>
                        <a:t>the</a:t>
                      </a:r>
                      <a:r>
                        <a:rPr sz="1500" spc="-125" dirty="0">
                          <a:solidFill>
                            <a:srgbClr val="FFFFFF"/>
                          </a:solidFill>
                          <a:latin typeface="Verdana"/>
                          <a:cs typeface="Verdana"/>
                        </a:rPr>
                        <a:t> </a:t>
                      </a:r>
                      <a:r>
                        <a:rPr sz="1500" spc="-20" dirty="0">
                          <a:solidFill>
                            <a:srgbClr val="FFFFFF"/>
                          </a:solidFill>
                          <a:latin typeface="Verdana"/>
                          <a:cs typeface="Verdana"/>
                        </a:rPr>
                        <a:t>purchase </a:t>
                      </a:r>
                      <a:r>
                        <a:rPr sz="1500" spc="-65" dirty="0">
                          <a:solidFill>
                            <a:srgbClr val="FFFFFF"/>
                          </a:solidFill>
                          <a:latin typeface="Verdana"/>
                          <a:cs typeface="Verdana"/>
                        </a:rPr>
                        <a:t>was</a:t>
                      </a:r>
                      <a:r>
                        <a:rPr sz="1500" spc="-140" dirty="0">
                          <a:solidFill>
                            <a:srgbClr val="FFFFFF"/>
                          </a:solidFill>
                          <a:latin typeface="Verdana"/>
                          <a:cs typeface="Verdana"/>
                        </a:rPr>
                        <a:t> </a:t>
                      </a:r>
                      <a:r>
                        <a:rPr sz="1500" spc="-20" dirty="0">
                          <a:solidFill>
                            <a:srgbClr val="FFFFFF"/>
                          </a:solidFill>
                          <a:latin typeface="Verdana"/>
                          <a:cs typeface="Verdana"/>
                        </a:rPr>
                        <a:t>made</a:t>
                      </a:r>
                      <a:endParaRPr sz="1500">
                        <a:latin typeface="Verdana"/>
                        <a:cs typeface="Verdana"/>
                      </a:endParaRPr>
                    </a:p>
                  </a:txBody>
                  <a:tcPr marL="0" marR="0" marT="47625" marB="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5126E"/>
                    </a:solidFill>
                  </a:tcPr>
                </a:tc>
                <a:extLst>
                  <a:ext uri="{0D108BD9-81ED-4DB2-BD59-A6C34878D82A}">
                    <a16:rowId xmlns:a16="http://schemas.microsoft.com/office/drawing/2014/main" val="10010"/>
                  </a:ext>
                </a:extLst>
              </a:tr>
            </a:tbl>
          </a:graphicData>
        </a:graphic>
      </p:graphicFrame>
      <p:sp>
        <p:nvSpPr>
          <p:cNvPr id="8" name="object 8" descr="$PPTXTitle"/>
          <p:cNvSpPr txBox="1">
            <a:spLocks noGrp="1"/>
          </p:cNvSpPr>
          <p:nvPr>
            <p:ph type="title"/>
          </p:nvPr>
        </p:nvSpPr>
        <p:spPr>
          <a:prstGeom prst="rect">
            <a:avLst/>
          </a:prstGeom>
        </p:spPr>
        <p:txBody>
          <a:bodyPr vert="horz" wrap="square" lIns="0" tIns="277714" rIns="0" bIns="0" rtlCol="0">
            <a:spAutoFit/>
          </a:bodyPr>
          <a:lstStyle/>
          <a:p>
            <a:pPr marL="2856230">
              <a:lnSpc>
                <a:spcPct val="100000"/>
              </a:lnSpc>
              <a:spcBef>
                <a:spcPts val="100"/>
              </a:spcBef>
            </a:pPr>
            <a:r>
              <a:rPr sz="4800" b="0" spc="-335" dirty="0">
                <a:latin typeface="Arial Black"/>
                <a:cs typeface="Arial Black"/>
              </a:rPr>
              <a:t>Dataset</a:t>
            </a:r>
            <a:r>
              <a:rPr sz="4800" b="0" spc="-450" dirty="0">
                <a:latin typeface="Arial Black"/>
                <a:cs typeface="Arial Black"/>
              </a:rPr>
              <a:t> </a:t>
            </a:r>
            <a:r>
              <a:rPr sz="4800" b="0" spc="-335" dirty="0">
                <a:latin typeface="Arial Black"/>
                <a:cs typeface="Arial Black"/>
              </a:rPr>
              <a:t>Overview</a:t>
            </a:r>
            <a:endParaRPr sz="4800">
              <a:latin typeface="Arial Black"/>
              <a:cs typeface="Arial Black"/>
            </a:endParaRPr>
          </a:p>
        </p:txBody>
      </p:sp>
      <p:sp>
        <p:nvSpPr>
          <p:cNvPr id="9" name="object 9"/>
          <p:cNvSpPr txBox="1"/>
          <p:nvPr/>
        </p:nvSpPr>
        <p:spPr>
          <a:xfrm>
            <a:off x="584245" y="1930540"/>
            <a:ext cx="8823325" cy="5998845"/>
          </a:xfrm>
          <a:prstGeom prst="rect">
            <a:avLst/>
          </a:prstGeom>
        </p:spPr>
        <p:txBody>
          <a:bodyPr vert="horz" wrap="square" lIns="0" tIns="80645" rIns="0" bIns="0" rtlCol="0">
            <a:spAutoFit/>
          </a:bodyPr>
          <a:lstStyle/>
          <a:p>
            <a:pPr marR="1061720" algn="ctr">
              <a:lnSpc>
                <a:spcPct val="100000"/>
              </a:lnSpc>
              <a:spcBef>
                <a:spcPts val="635"/>
              </a:spcBef>
            </a:pPr>
            <a:r>
              <a:rPr sz="3400" spc="-245" dirty="0">
                <a:solidFill>
                  <a:srgbClr val="FFFFFF"/>
                </a:solidFill>
                <a:latin typeface="Arial Black"/>
                <a:cs typeface="Arial Black"/>
              </a:rPr>
              <a:t>Dataset</a:t>
            </a:r>
            <a:r>
              <a:rPr sz="3400" spc="-300" dirty="0">
                <a:solidFill>
                  <a:srgbClr val="FFFFFF"/>
                </a:solidFill>
                <a:latin typeface="Arial Black"/>
                <a:cs typeface="Arial Black"/>
              </a:rPr>
              <a:t> </a:t>
            </a:r>
            <a:r>
              <a:rPr sz="3400" spc="-90" dirty="0">
                <a:solidFill>
                  <a:srgbClr val="FFFFFF"/>
                </a:solidFill>
                <a:latin typeface="Arial Black"/>
                <a:cs typeface="Arial Black"/>
              </a:rPr>
              <a:t>Description</a:t>
            </a:r>
            <a:endParaRPr sz="3400">
              <a:latin typeface="Arial Black"/>
              <a:cs typeface="Arial Black"/>
            </a:endParaRPr>
          </a:p>
          <a:p>
            <a:pPr marL="12700" marR="5080">
              <a:lnSpc>
                <a:spcPts val="4720"/>
              </a:lnSpc>
              <a:spcBef>
                <a:spcPts val="35"/>
              </a:spcBef>
            </a:pPr>
            <a:r>
              <a:rPr sz="3400" spc="-95" dirty="0">
                <a:solidFill>
                  <a:srgbClr val="FFFFFF"/>
                </a:solidFill>
                <a:latin typeface="Verdana"/>
                <a:cs typeface="Verdana"/>
              </a:rPr>
              <a:t>The</a:t>
            </a:r>
            <a:r>
              <a:rPr sz="3400" spc="-320" dirty="0">
                <a:solidFill>
                  <a:srgbClr val="FFFFFF"/>
                </a:solidFill>
                <a:latin typeface="Verdana"/>
                <a:cs typeface="Verdana"/>
              </a:rPr>
              <a:t> </a:t>
            </a:r>
            <a:r>
              <a:rPr sz="3400" spc="-60" dirty="0">
                <a:solidFill>
                  <a:srgbClr val="FFFFFF"/>
                </a:solidFill>
                <a:latin typeface="Verdana"/>
                <a:cs typeface="Verdana"/>
              </a:rPr>
              <a:t>dataset</a:t>
            </a:r>
            <a:r>
              <a:rPr sz="3400" spc="-320" dirty="0">
                <a:solidFill>
                  <a:srgbClr val="FFFFFF"/>
                </a:solidFill>
                <a:latin typeface="Verdana"/>
                <a:cs typeface="Verdana"/>
              </a:rPr>
              <a:t> </a:t>
            </a:r>
            <a:r>
              <a:rPr sz="3400" spc="-35" dirty="0">
                <a:solidFill>
                  <a:srgbClr val="FFFFFF"/>
                </a:solidFill>
                <a:latin typeface="Verdana"/>
                <a:cs typeface="Verdana"/>
              </a:rPr>
              <a:t>contains</a:t>
            </a:r>
            <a:r>
              <a:rPr sz="3400" spc="-320" dirty="0">
                <a:solidFill>
                  <a:srgbClr val="FFFFFF"/>
                </a:solidFill>
                <a:latin typeface="Verdana"/>
                <a:cs typeface="Verdana"/>
              </a:rPr>
              <a:t> </a:t>
            </a:r>
            <a:r>
              <a:rPr sz="3400" spc="-55" dirty="0">
                <a:solidFill>
                  <a:srgbClr val="FFFFFF"/>
                </a:solidFill>
                <a:latin typeface="Verdana"/>
                <a:cs typeface="Verdana"/>
              </a:rPr>
              <a:t>customer</a:t>
            </a:r>
            <a:r>
              <a:rPr sz="3400" spc="-320" dirty="0">
                <a:solidFill>
                  <a:srgbClr val="FFFFFF"/>
                </a:solidFill>
                <a:latin typeface="Verdana"/>
                <a:cs typeface="Verdana"/>
              </a:rPr>
              <a:t> </a:t>
            </a:r>
            <a:r>
              <a:rPr sz="3400" spc="-10" dirty="0">
                <a:solidFill>
                  <a:srgbClr val="FFFFFF"/>
                </a:solidFill>
                <a:latin typeface="Verdana"/>
                <a:cs typeface="Verdana"/>
              </a:rPr>
              <a:t>shopping </a:t>
            </a:r>
            <a:r>
              <a:rPr sz="3400" spc="-45" dirty="0">
                <a:solidFill>
                  <a:srgbClr val="FFFFFF"/>
                </a:solidFill>
                <a:latin typeface="Verdana"/>
                <a:cs typeface="Verdana"/>
              </a:rPr>
              <a:t>transaction</a:t>
            </a:r>
            <a:r>
              <a:rPr sz="3400" spc="-240" dirty="0">
                <a:solidFill>
                  <a:srgbClr val="FFFFFF"/>
                </a:solidFill>
                <a:latin typeface="Verdana"/>
                <a:cs typeface="Verdana"/>
              </a:rPr>
              <a:t> </a:t>
            </a:r>
            <a:r>
              <a:rPr sz="3400" spc="-35" dirty="0">
                <a:solidFill>
                  <a:srgbClr val="FFFFFF"/>
                </a:solidFill>
                <a:latin typeface="Verdana"/>
                <a:cs typeface="Verdana"/>
              </a:rPr>
              <a:t>records</a:t>
            </a:r>
            <a:r>
              <a:rPr sz="3400" spc="-240" dirty="0">
                <a:solidFill>
                  <a:srgbClr val="FFFFFF"/>
                </a:solidFill>
                <a:latin typeface="Verdana"/>
                <a:cs typeface="Verdana"/>
              </a:rPr>
              <a:t> </a:t>
            </a:r>
            <a:r>
              <a:rPr sz="3400" dirty="0">
                <a:solidFill>
                  <a:srgbClr val="FFFFFF"/>
                </a:solidFill>
                <a:latin typeface="Verdana"/>
                <a:cs typeface="Verdana"/>
              </a:rPr>
              <a:t>collected</a:t>
            </a:r>
            <a:r>
              <a:rPr sz="3400" spc="-235" dirty="0">
                <a:solidFill>
                  <a:srgbClr val="FFFFFF"/>
                </a:solidFill>
                <a:latin typeface="Verdana"/>
                <a:cs typeface="Verdana"/>
              </a:rPr>
              <a:t> </a:t>
            </a:r>
            <a:r>
              <a:rPr sz="3400" spc="-20" dirty="0">
                <a:solidFill>
                  <a:srgbClr val="FFFFFF"/>
                </a:solidFill>
                <a:latin typeface="Verdana"/>
                <a:cs typeface="Verdana"/>
              </a:rPr>
              <a:t>from </a:t>
            </a:r>
            <a:r>
              <a:rPr sz="3400" spc="-30" dirty="0">
                <a:solidFill>
                  <a:srgbClr val="FFFFFF"/>
                </a:solidFill>
                <a:latin typeface="Verdana"/>
                <a:cs typeface="Verdana"/>
              </a:rPr>
              <a:t>multiple</a:t>
            </a:r>
            <a:r>
              <a:rPr sz="3400" spc="-325" dirty="0">
                <a:solidFill>
                  <a:srgbClr val="FFFFFF"/>
                </a:solidFill>
                <a:latin typeface="Verdana"/>
                <a:cs typeface="Verdana"/>
              </a:rPr>
              <a:t> </a:t>
            </a:r>
            <a:r>
              <a:rPr sz="3400" spc="-50" dirty="0">
                <a:solidFill>
                  <a:srgbClr val="FFFFFF"/>
                </a:solidFill>
                <a:latin typeface="Verdana"/>
                <a:cs typeface="Verdana"/>
              </a:rPr>
              <a:t>shopping</a:t>
            </a:r>
            <a:r>
              <a:rPr sz="3400" spc="-320" dirty="0">
                <a:solidFill>
                  <a:srgbClr val="FFFFFF"/>
                </a:solidFill>
                <a:latin typeface="Verdana"/>
                <a:cs typeface="Verdana"/>
              </a:rPr>
              <a:t> </a:t>
            </a:r>
            <a:r>
              <a:rPr sz="3400" spc="-130" dirty="0">
                <a:solidFill>
                  <a:srgbClr val="FFFFFF"/>
                </a:solidFill>
                <a:latin typeface="Verdana"/>
                <a:cs typeface="Verdana"/>
              </a:rPr>
              <a:t>malls.</a:t>
            </a:r>
            <a:r>
              <a:rPr sz="3400" spc="-320" dirty="0">
                <a:solidFill>
                  <a:srgbClr val="FFFFFF"/>
                </a:solidFill>
                <a:latin typeface="Verdana"/>
                <a:cs typeface="Verdana"/>
              </a:rPr>
              <a:t> </a:t>
            </a:r>
            <a:r>
              <a:rPr sz="3400" spc="-65" dirty="0">
                <a:solidFill>
                  <a:srgbClr val="FFFFFF"/>
                </a:solidFill>
                <a:latin typeface="Verdana"/>
                <a:cs typeface="Verdana"/>
              </a:rPr>
              <a:t>Each</a:t>
            </a:r>
            <a:r>
              <a:rPr sz="3400" spc="-320" dirty="0">
                <a:solidFill>
                  <a:srgbClr val="FFFFFF"/>
                </a:solidFill>
                <a:latin typeface="Verdana"/>
                <a:cs typeface="Verdana"/>
              </a:rPr>
              <a:t> </a:t>
            </a:r>
            <a:r>
              <a:rPr sz="3400" spc="-10" dirty="0">
                <a:solidFill>
                  <a:srgbClr val="FFFFFF"/>
                </a:solidFill>
                <a:latin typeface="Verdana"/>
                <a:cs typeface="Verdana"/>
              </a:rPr>
              <a:t>record </a:t>
            </a:r>
            <a:r>
              <a:rPr sz="3400" spc="-25" dirty="0">
                <a:solidFill>
                  <a:srgbClr val="FFFFFF"/>
                </a:solidFill>
                <a:latin typeface="Verdana"/>
                <a:cs typeface="Verdana"/>
              </a:rPr>
              <a:t>includes</a:t>
            </a:r>
            <a:r>
              <a:rPr sz="3400" spc="-290" dirty="0">
                <a:solidFill>
                  <a:srgbClr val="FFFFFF"/>
                </a:solidFill>
                <a:latin typeface="Verdana"/>
                <a:cs typeface="Verdana"/>
              </a:rPr>
              <a:t> </a:t>
            </a:r>
            <a:r>
              <a:rPr sz="3400" spc="-55" dirty="0">
                <a:solidFill>
                  <a:srgbClr val="FFFFFF"/>
                </a:solidFill>
                <a:latin typeface="Verdana"/>
                <a:cs typeface="Verdana"/>
              </a:rPr>
              <a:t>customer</a:t>
            </a:r>
            <a:r>
              <a:rPr sz="3400" spc="-290" dirty="0">
                <a:solidFill>
                  <a:srgbClr val="FFFFFF"/>
                </a:solidFill>
                <a:latin typeface="Verdana"/>
                <a:cs typeface="Verdana"/>
              </a:rPr>
              <a:t> </a:t>
            </a:r>
            <a:r>
              <a:rPr sz="3400" spc="-95" dirty="0">
                <a:solidFill>
                  <a:srgbClr val="FFFFFF"/>
                </a:solidFill>
                <a:latin typeface="Verdana"/>
                <a:cs typeface="Verdana"/>
              </a:rPr>
              <a:t>demographics,</a:t>
            </a:r>
            <a:r>
              <a:rPr sz="3400" spc="-285" dirty="0">
                <a:solidFill>
                  <a:srgbClr val="FFFFFF"/>
                </a:solidFill>
                <a:latin typeface="Verdana"/>
                <a:cs typeface="Verdana"/>
              </a:rPr>
              <a:t> </a:t>
            </a:r>
            <a:r>
              <a:rPr sz="3400" spc="-10" dirty="0">
                <a:solidFill>
                  <a:srgbClr val="FFFFFF"/>
                </a:solidFill>
                <a:latin typeface="Verdana"/>
                <a:cs typeface="Verdana"/>
              </a:rPr>
              <a:t>product </a:t>
            </a:r>
            <a:r>
              <a:rPr sz="3400" spc="-85" dirty="0">
                <a:solidFill>
                  <a:srgbClr val="FFFFFF"/>
                </a:solidFill>
                <a:latin typeface="Verdana"/>
                <a:cs typeface="Verdana"/>
              </a:rPr>
              <a:t>details,</a:t>
            </a:r>
            <a:r>
              <a:rPr sz="3400" spc="-295" dirty="0">
                <a:solidFill>
                  <a:srgbClr val="FFFFFF"/>
                </a:solidFill>
                <a:latin typeface="Verdana"/>
                <a:cs typeface="Verdana"/>
              </a:rPr>
              <a:t> </a:t>
            </a:r>
            <a:r>
              <a:rPr sz="3400" spc="-60" dirty="0">
                <a:solidFill>
                  <a:srgbClr val="FFFFFF"/>
                </a:solidFill>
                <a:latin typeface="Verdana"/>
                <a:cs typeface="Verdana"/>
              </a:rPr>
              <a:t>purchase</a:t>
            </a:r>
            <a:r>
              <a:rPr sz="3400" spc="-290" dirty="0">
                <a:solidFill>
                  <a:srgbClr val="FFFFFF"/>
                </a:solidFill>
                <a:latin typeface="Verdana"/>
                <a:cs typeface="Verdana"/>
              </a:rPr>
              <a:t> </a:t>
            </a:r>
            <a:r>
              <a:rPr sz="3400" spc="-75" dirty="0">
                <a:solidFill>
                  <a:srgbClr val="FFFFFF"/>
                </a:solidFill>
                <a:latin typeface="Verdana"/>
                <a:cs typeface="Verdana"/>
              </a:rPr>
              <a:t>information,</a:t>
            </a:r>
            <a:r>
              <a:rPr sz="3400" spc="-295" dirty="0">
                <a:solidFill>
                  <a:srgbClr val="FFFFFF"/>
                </a:solidFill>
                <a:latin typeface="Verdana"/>
                <a:cs typeface="Verdana"/>
              </a:rPr>
              <a:t> </a:t>
            </a:r>
            <a:r>
              <a:rPr sz="3400" spc="-10" dirty="0">
                <a:solidFill>
                  <a:srgbClr val="FFFFFF"/>
                </a:solidFill>
                <a:latin typeface="Verdana"/>
                <a:cs typeface="Verdana"/>
              </a:rPr>
              <a:t>payment </a:t>
            </a:r>
            <a:r>
              <a:rPr sz="3400" spc="-95" dirty="0">
                <a:solidFill>
                  <a:srgbClr val="FFFFFF"/>
                </a:solidFill>
                <a:latin typeface="Verdana"/>
                <a:cs typeface="Verdana"/>
              </a:rPr>
              <a:t>methods,</a:t>
            </a:r>
            <a:r>
              <a:rPr sz="3400" spc="-310" dirty="0">
                <a:solidFill>
                  <a:srgbClr val="FFFFFF"/>
                </a:solidFill>
                <a:latin typeface="Verdana"/>
                <a:cs typeface="Verdana"/>
              </a:rPr>
              <a:t> </a:t>
            </a:r>
            <a:r>
              <a:rPr sz="3400" spc="-60" dirty="0">
                <a:solidFill>
                  <a:srgbClr val="FFFFFF"/>
                </a:solidFill>
                <a:latin typeface="Verdana"/>
                <a:cs typeface="Verdana"/>
              </a:rPr>
              <a:t>and</a:t>
            </a:r>
            <a:r>
              <a:rPr sz="3400" spc="-310" dirty="0">
                <a:solidFill>
                  <a:srgbClr val="FFFFFF"/>
                </a:solidFill>
                <a:latin typeface="Verdana"/>
                <a:cs typeface="Verdana"/>
              </a:rPr>
              <a:t> </a:t>
            </a:r>
            <a:r>
              <a:rPr sz="3400" spc="-50" dirty="0">
                <a:solidFill>
                  <a:srgbClr val="FFFFFF"/>
                </a:solidFill>
                <a:latin typeface="Verdana"/>
                <a:cs typeface="Verdana"/>
              </a:rPr>
              <a:t>shopping</a:t>
            </a:r>
            <a:r>
              <a:rPr sz="3400" spc="-305" dirty="0">
                <a:solidFill>
                  <a:srgbClr val="FFFFFF"/>
                </a:solidFill>
                <a:latin typeface="Verdana"/>
                <a:cs typeface="Verdana"/>
              </a:rPr>
              <a:t> </a:t>
            </a:r>
            <a:r>
              <a:rPr sz="3400" spc="-60" dirty="0">
                <a:solidFill>
                  <a:srgbClr val="FFFFFF"/>
                </a:solidFill>
                <a:latin typeface="Verdana"/>
                <a:cs typeface="Verdana"/>
              </a:rPr>
              <a:t>locations.</a:t>
            </a:r>
            <a:r>
              <a:rPr sz="3400" spc="-310" dirty="0">
                <a:solidFill>
                  <a:srgbClr val="FFFFFF"/>
                </a:solidFill>
                <a:latin typeface="Verdana"/>
                <a:cs typeface="Verdana"/>
              </a:rPr>
              <a:t> </a:t>
            </a:r>
            <a:r>
              <a:rPr sz="3400" spc="-20" dirty="0">
                <a:solidFill>
                  <a:srgbClr val="FFFFFF"/>
                </a:solidFill>
                <a:latin typeface="Verdana"/>
                <a:cs typeface="Verdana"/>
              </a:rPr>
              <a:t>This </a:t>
            </a:r>
            <a:r>
              <a:rPr sz="3400" spc="-60" dirty="0">
                <a:solidFill>
                  <a:srgbClr val="FFFFFF"/>
                </a:solidFill>
                <a:latin typeface="Verdana"/>
                <a:cs typeface="Verdana"/>
              </a:rPr>
              <a:t>dataset</a:t>
            </a:r>
            <a:r>
              <a:rPr sz="3400" spc="-330" dirty="0">
                <a:solidFill>
                  <a:srgbClr val="FFFFFF"/>
                </a:solidFill>
                <a:latin typeface="Verdana"/>
                <a:cs typeface="Verdana"/>
              </a:rPr>
              <a:t> </a:t>
            </a:r>
            <a:r>
              <a:rPr sz="3400" spc="-70" dirty="0">
                <a:solidFill>
                  <a:srgbClr val="FFFFFF"/>
                </a:solidFill>
                <a:latin typeface="Verdana"/>
                <a:cs typeface="Verdana"/>
              </a:rPr>
              <a:t>is</a:t>
            </a:r>
            <a:r>
              <a:rPr sz="3400" spc="-330" dirty="0">
                <a:solidFill>
                  <a:srgbClr val="FFFFFF"/>
                </a:solidFill>
                <a:latin typeface="Verdana"/>
                <a:cs typeface="Verdana"/>
              </a:rPr>
              <a:t> </a:t>
            </a:r>
            <a:r>
              <a:rPr sz="3400" spc="-60" dirty="0">
                <a:solidFill>
                  <a:srgbClr val="FFFFFF"/>
                </a:solidFill>
                <a:latin typeface="Verdana"/>
                <a:cs typeface="Verdana"/>
              </a:rPr>
              <a:t>used</a:t>
            </a:r>
            <a:r>
              <a:rPr sz="3400" spc="-330" dirty="0">
                <a:solidFill>
                  <a:srgbClr val="FFFFFF"/>
                </a:solidFill>
                <a:latin typeface="Verdana"/>
                <a:cs typeface="Verdana"/>
              </a:rPr>
              <a:t> </a:t>
            </a:r>
            <a:r>
              <a:rPr sz="3400" dirty="0">
                <a:solidFill>
                  <a:srgbClr val="FFFFFF"/>
                </a:solidFill>
                <a:latin typeface="Verdana"/>
                <a:cs typeface="Verdana"/>
              </a:rPr>
              <a:t>to</a:t>
            </a:r>
            <a:r>
              <a:rPr sz="3400" spc="-330" dirty="0">
                <a:solidFill>
                  <a:srgbClr val="FFFFFF"/>
                </a:solidFill>
                <a:latin typeface="Verdana"/>
                <a:cs typeface="Verdana"/>
              </a:rPr>
              <a:t> </a:t>
            </a:r>
            <a:r>
              <a:rPr sz="3400" spc="-114" dirty="0">
                <a:solidFill>
                  <a:srgbClr val="FFFFFF"/>
                </a:solidFill>
                <a:latin typeface="Verdana"/>
                <a:cs typeface="Verdana"/>
              </a:rPr>
              <a:t>analyze</a:t>
            </a:r>
            <a:r>
              <a:rPr sz="3400" spc="-330" dirty="0">
                <a:solidFill>
                  <a:srgbClr val="FFFFFF"/>
                </a:solidFill>
                <a:latin typeface="Verdana"/>
                <a:cs typeface="Verdana"/>
              </a:rPr>
              <a:t> </a:t>
            </a:r>
            <a:r>
              <a:rPr sz="3400" spc="-10" dirty="0">
                <a:solidFill>
                  <a:srgbClr val="FFFFFF"/>
                </a:solidFill>
                <a:latin typeface="Verdana"/>
                <a:cs typeface="Verdana"/>
              </a:rPr>
              <a:t>customer </a:t>
            </a:r>
            <a:r>
              <a:rPr sz="3400" spc="-75" dirty="0">
                <a:solidFill>
                  <a:srgbClr val="FFFFFF"/>
                </a:solidFill>
                <a:latin typeface="Verdana"/>
                <a:cs typeface="Verdana"/>
              </a:rPr>
              <a:t>purchasing</a:t>
            </a:r>
            <a:r>
              <a:rPr sz="3400" spc="-300" dirty="0">
                <a:solidFill>
                  <a:srgbClr val="FFFFFF"/>
                </a:solidFill>
                <a:latin typeface="Verdana"/>
                <a:cs typeface="Verdana"/>
              </a:rPr>
              <a:t> </a:t>
            </a:r>
            <a:r>
              <a:rPr sz="3400" spc="-135" dirty="0">
                <a:solidFill>
                  <a:srgbClr val="FFFFFF"/>
                </a:solidFill>
                <a:latin typeface="Verdana"/>
                <a:cs typeface="Verdana"/>
              </a:rPr>
              <a:t>behavior,</a:t>
            </a:r>
            <a:r>
              <a:rPr sz="3400" spc="-300" dirty="0">
                <a:solidFill>
                  <a:srgbClr val="FFFFFF"/>
                </a:solidFill>
                <a:latin typeface="Verdana"/>
                <a:cs typeface="Verdana"/>
              </a:rPr>
              <a:t> </a:t>
            </a:r>
            <a:r>
              <a:rPr sz="3400" spc="-85" dirty="0">
                <a:solidFill>
                  <a:srgbClr val="FFFFFF"/>
                </a:solidFill>
                <a:latin typeface="Verdana"/>
                <a:cs typeface="Verdana"/>
              </a:rPr>
              <a:t>sales</a:t>
            </a:r>
            <a:r>
              <a:rPr sz="3400" spc="-295" dirty="0">
                <a:solidFill>
                  <a:srgbClr val="FFFFFF"/>
                </a:solidFill>
                <a:latin typeface="Verdana"/>
                <a:cs typeface="Verdana"/>
              </a:rPr>
              <a:t> </a:t>
            </a:r>
            <a:r>
              <a:rPr sz="3400" spc="-10" dirty="0">
                <a:solidFill>
                  <a:srgbClr val="FFFFFF"/>
                </a:solidFill>
                <a:latin typeface="Verdana"/>
                <a:cs typeface="Verdana"/>
              </a:rPr>
              <a:t>performance, </a:t>
            </a:r>
            <a:r>
              <a:rPr sz="3400" spc="-60" dirty="0">
                <a:solidFill>
                  <a:srgbClr val="FFFFFF"/>
                </a:solidFill>
                <a:latin typeface="Verdana"/>
                <a:cs typeface="Verdana"/>
              </a:rPr>
              <a:t>and</a:t>
            </a:r>
            <a:r>
              <a:rPr sz="3400" spc="-330" dirty="0">
                <a:solidFill>
                  <a:srgbClr val="FFFFFF"/>
                </a:solidFill>
                <a:latin typeface="Verdana"/>
                <a:cs typeface="Verdana"/>
              </a:rPr>
              <a:t> </a:t>
            </a:r>
            <a:r>
              <a:rPr sz="3400" spc="-95" dirty="0">
                <a:solidFill>
                  <a:srgbClr val="FFFFFF"/>
                </a:solidFill>
                <a:latin typeface="Verdana"/>
                <a:cs typeface="Verdana"/>
              </a:rPr>
              <a:t>revenue</a:t>
            </a:r>
            <a:r>
              <a:rPr sz="3400" spc="-325" dirty="0">
                <a:solidFill>
                  <a:srgbClr val="FFFFFF"/>
                </a:solidFill>
                <a:latin typeface="Verdana"/>
                <a:cs typeface="Verdana"/>
              </a:rPr>
              <a:t> </a:t>
            </a:r>
            <a:r>
              <a:rPr sz="3400" spc="-40" dirty="0">
                <a:solidFill>
                  <a:srgbClr val="FFFFFF"/>
                </a:solidFill>
                <a:latin typeface="Verdana"/>
                <a:cs typeface="Verdana"/>
              </a:rPr>
              <a:t>trends</a:t>
            </a:r>
            <a:r>
              <a:rPr sz="3400" spc="-330" dirty="0">
                <a:solidFill>
                  <a:srgbClr val="FFFFFF"/>
                </a:solidFill>
                <a:latin typeface="Verdana"/>
                <a:cs typeface="Verdana"/>
              </a:rPr>
              <a:t> </a:t>
            </a:r>
            <a:r>
              <a:rPr sz="3400" spc="-110" dirty="0">
                <a:solidFill>
                  <a:srgbClr val="FFFFFF"/>
                </a:solidFill>
                <a:latin typeface="Verdana"/>
                <a:cs typeface="Verdana"/>
              </a:rPr>
              <a:t>using</a:t>
            </a:r>
            <a:r>
              <a:rPr sz="3400" spc="-325" dirty="0">
                <a:solidFill>
                  <a:srgbClr val="FFFFFF"/>
                </a:solidFill>
                <a:latin typeface="Verdana"/>
                <a:cs typeface="Verdana"/>
              </a:rPr>
              <a:t> </a:t>
            </a:r>
            <a:r>
              <a:rPr sz="3400" spc="-55" dirty="0">
                <a:solidFill>
                  <a:srgbClr val="FFFFFF"/>
                </a:solidFill>
                <a:latin typeface="Verdana"/>
                <a:cs typeface="Verdana"/>
              </a:rPr>
              <a:t>Power</a:t>
            </a:r>
            <a:r>
              <a:rPr sz="3400" spc="-330" dirty="0">
                <a:solidFill>
                  <a:srgbClr val="FFFFFF"/>
                </a:solidFill>
                <a:latin typeface="Verdana"/>
                <a:cs typeface="Verdana"/>
              </a:rPr>
              <a:t> </a:t>
            </a:r>
            <a:r>
              <a:rPr sz="3400" spc="-280" dirty="0">
                <a:solidFill>
                  <a:srgbClr val="FFFFFF"/>
                </a:solidFill>
                <a:latin typeface="Verdana"/>
                <a:cs typeface="Verdana"/>
              </a:rPr>
              <a:t>BI.</a:t>
            </a:r>
            <a:endParaRPr sz="3400">
              <a:latin typeface="Verdana"/>
              <a:cs typeface="Verdana"/>
            </a:endParaRPr>
          </a:p>
        </p:txBody>
      </p:sp>
      <p:sp>
        <p:nvSpPr>
          <p:cNvPr id="10" name="object 10"/>
          <p:cNvSpPr txBox="1"/>
          <p:nvPr/>
        </p:nvSpPr>
        <p:spPr>
          <a:xfrm>
            <a:off x="12161566" y="2071180"/>
            <a:ext cx="3932554" cy="543560"/>
          </a:xfrm>
          <a:prstGeom prst="rect">
            <a:avLst/>
          </a:prstGeom>
        </p:spPr>
        <p:txBody>
          <a:bodyPr vert="horz" wrap="square" lIns="0" tIns="12700" rIns="0" bIns="0" rtlCol="0">
            <a:spAutoFit/>
          </a:bodyPr>
          <a:lstStyle/>
          <a:p>
            <a:pPr marL="12700">
              <a:lnSpc>
                <a:spcPct val="100000"/>
              </a:lnSpc>
              <a:spcBef>
                <a:spcPts val="100"/>
              </a:spcBef>
            </a:pPr>
            <a:r>
              <a:rPr sz="3400" spc="-245" dirty="0">
                <a:solidFill>
                  <a:srgbClr val="FFFFFF"/>
                </a:solidFill>
                <a:latin typeface="Arial Black"/>
                <a:cs typeface="Arial Black"/>
              </a:rPr>
              <a:t>Dataset</a:t>
            </a:r>
            <a:r>
              <a:rPr sz="3400" spc="-300" dirty="0">
                <a:solidFill>
                  <a:srgbClr val="FFFFFF"/>
                </a:solidFill>
                <a:latin typeface="Arial Black"/>
                <a:cs typeface="Arial Black"/>
              </a:rPr>
              <a:t> </a:t>
            </a:r>
            <a:r>
              <a:rPr sz="3400" spc="-160" dirty="0">
                <a:solidFill>
                  <a:srgbClr val="FFFFFF"/>
                </a:solidFill>
                <a:latin typeface="Arial Black"/>
                <a:cs typeface="Arial Black"/>
              </a:rPr>
              <a:t>Attributes</a:t>
            </a:r>
            <a:endParaRPr sz="3400">
              <a:latin typeface="Arial Black"/>
              <a:cs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7999" cy="10286999"/>
          </a:xfrm>
          <a:prstGeom prst="rect">
            <a:avLst/>
          </a:prstGeom>
        </p:spPr>
      </p:pic>
      <p:grpSp>
        <p:nvGrpSpPr>
          <p:cNvPr id="3" name="object 3"/>
          <p:cNvGrpSpPr/>
          <p:nvPr/>
        </p:nvGrpSpPr>
        <p:grpSpPr>
          <a:xfrm>
            <a:off x="1028699" y="1297522"/>
            <a:ext cx="15186025" cy="7593330"/>
            <a:chOff x="1028699" y="1297522"/>
            <a:chExt cx="15186025" cy="7593330"/>
          </a:xfrm>
        </p:grpSpPr>
        <p:pic>
          <p:nvPicPr>
            <p:cNvPr id="4" name="object 4"/>
            <p:cNvPicPr/>
            <p:nvPr/>
          </p:nvPicPr>
          <p:blipFill>
            <a:blip r:embed="rId3" cstate="print"/>
            <a:stretch>
              <a:fillRect/>
            </a:stretch>
          </p:blipFill>
          <p:spPr>
            <a:xfrm>
              <a:off x="1028699" y="1297522"/>
              <a:ext cx="15185828" cy="7592914"/>
            </a:xfrm>
            <a:prstGeom prst="rect">
              <a:avLst/>
            </a:prstGeom>
          </p:spPr>
        </p:pic>
        <p:pic>
          <p:nvPicPr>
            <p:cNvPr id="5" name="object 5"/>
            <p:cNvPicPr/>
            <p:nvPr/>
          </p:nvPicPr>
          <p:blipFill>
            <a:blip r:embed="rId4" cstate="print"/>
            <a:stretch>
              <a:fillRect/>
            </a:stretch>
          </p:blipFill>
          <p:spPr>
            <a:xfrm>
              <a:off x="1853121" y="5339079"/>
              <a:ext cx="152400" cy="152399"/>
            </a:xfrm>
            <a:prstGeom prst="rect">
              <a:avLst/>
            </a:prstGeom>
          </p:spPr>
        </p:pic>
        <p:pic>
          <p:nvPicPr>
            <p:cNvPr id="6" name="object 6"/>
            <p:cNvPicPr/>
            <p:nvPr/>
          </p:nvPicPr>
          <p:blipFill>
            <a:blip r:embed="rId4" cstate="print"/>
            <a:stretch>
              <a:fillRect/>
            </a:stretch>
          </p:blipFill>
          <p:spPr>
            <a:xfrm>
              <a:off x="1853121" y="5939154"/>
              <a:ext cx="152400" cy="152399"/>
            </a:xfrm>
            <a:prstGeom prst="rect">
              <a:avLst/>
            </a:prstGeom>
          </p:spPr>
        </p:pic>
        <p:pic>
          <p:nvPicPr>
            <p:cNvPr id="7" name="object 7"/>
            <p:cNvPicPr/>
            <p:nvPr/>
          </p:nvPicPr>
          <p:blipFill>
            <a:blip r:embed="rId4" cstate="print"/>
            <a:stretch>
              <a:fillRect/>
            </a:stretch>
          </p:blipFill>
          <p:spPr>
            <a:xfrm>
              <a:off x="1853121" y="6539229"/>
              <a:ext cx="152400" cy="152399"/>
            </a:xfrm>
            <a:prstGeom prst="rect">
              <a:avLst/>
            </a:prstGeom>
          </p:spPr>
        </p:pic>
        <p:pic>
          <p:nvPicPr>
            <p:cNvPr id="8" name="object 8"/>
            <p:cNvPicPr/>
            <p:nvPr/>
          </p:nvPicPr>
          <p:blipFill>
            <a:blip r:embed="rId4" cstate="print"/>
            <a:stretch>
              <a:fillRect/>
            </a:stretch>
          </p:blipFill>
          <p:spPr>
            <a:xfrm>
              <a:off x="1853121" y="7139304"/>
              <a:ext cx="152400" cy="152399"/>
            </a:xfrm>
            <a:prstGeom prst="rect">
              <a:avLst/>
            </a:prstGeom>
          </p:spPr>
        </p:pic>
        <p:pic>
          <p:nvPicPr>
            <p:cNvPr id="9" name="object 9"/>
            <p:cNvPicPr/>
            <p:nvPr/>
          </p:nvPicPr>
          <p:blipFill>
            <a:blip r:embed="rId4" cstate="print"/>
            <a:stretch>
              <a:fillRect/>
            </a:stretch>
          </p:blipFill>
          <p:spPr>
            <a:xfrm>
              <a:off x="1853121" y="7739379"/>
              <a:ext cx="152400" cy="152399"/>
            </a:xfrm>
            <a:prstGeom prst="rect">
              <a:avLst/>
            </a:prstGeom>
          </p:spPr>
        </p:pic>
        <p:pic>
          <p:nvPicPr>
            <p:cNvPr id="10" name="object 10"/>
            <p:cNvPicPr/>
            <p:nvPr/>
          </p:nvPicPr>
          <p:blipFill>
            <a:blip r:embed="rId4" cstate="print"/>
            <a:stretch>
              <a:fillRect/>
            </a:stretch>
          </p:blipFill>
          <p:spPr>
            <a:xfrm>
              <a:off x="1853121" y="8339454"/>
              <a:ext cx="152400" cy="152399"/>
            </a:xfrm>
            <a:prstGeom prst="rect">
              <a:avLst/>
            </a:prstGeom>
          </p:spPr>
        </p:pic>
      </p:grpSp>
      <p:sp>
        <p:nvSpPr>
          <p:cNvPr id="11" name="object 11"/>
          <p:cNvSpPr txBox="1"/>
          <p:nvPr/>
        </p:nvSpPr>
        <p:spPr>
          <a:xfrm>
            <a:off x="1468946" y="2713386"/>
            <a:ext cx="13129260" cy="5944235"/>
          </a:xfrm>
          <a:prstGeom prst="rect">
            <a:avLst/>
          </a:prstGeom>
        </p:spPr>
        <p:txBody>
          <a:bodyPr vert="horz" wrap="square" lIns="0" tIns="12700" rIns="0" bIns="0" rtlCol="0">
            <a:spAutoFit/>
          </a:bodyPr>
          <a:lstStyle/>
          <a:p>
            <a:pPr marL="12700">
              <a:lnSpc>
                <a:spcPct val="100000"/>
              </a:lnSpc>
              <a:spcBef>
                <a:spcPts val="100"/>
              </a:spcBef>
            </a:pPr>
            <a:r>
              <a:rPr sz="3400" spc="-229" dirty="0">
                <a:solidFill>
                  <a:srgbClr val="FFFFFF"/>
                </a:solidFill>
                <a:latin typeface="Arial Black"/>
                <a:cs typeface="Arial Black"/>
              </a:rPr>
              <a:t>Data</a:t>
            </a:r>
            <a:r>
              <a:rPr sz="3400" spc="-310" dirty="0">
                <a:solidFill>
                  <a:srgbClr val="FFFFFF"/>
                </a:solidFill>
                <a:latin typeface="Arial Black"/>
                <a:cs typeface="Arial Black"/>
              </a:rPr>
              <a:t> </a:t>
            </a:r>
            <a:r>
              <a:rPr sz="3400" spc="-235" dirty="0">
                <a:solidFill>
                  <a:srgbClr val="FFFFFF"/>
                </a:solidFill>
                <a:latin typeface="Arial Black"/>
                <a:cs typeface="Arial Black"/>
              </a:rPr>
              <a:t>Cleaning</a:t>
            </a:r>
            <a:r>
              <a:rPr sz="3400" spc="-305" dirty="0">
                <a:solidFill>
                  <a:srgbClr val="FFFFFF"/>
                </a:solidFill>
                <a:latin typeface="Arial Black"/>
                <a:cs typeface="Arial Black"/>
              </a:rPr>
              <a:t> </a:t>
            </a:r>
            <a:r>
              <a:rPr sz="3400" spc="-790" dirty="0">
                <a:solidFill>
                  <a:srgbClr val="FFFFFF"/>
                </a:solidFill>
                <a:latin typeface="Arial Black"/>
                <a:cs typeface="Arial Black"/>
              </a:rPr>
              <a:t>&amp;</a:t>
            </a:r>
            <a:r>
              <a:rPr sz="3400" spc="-305" dirty="0">
                <a:solidFill>
                  <a:srgbClr val="FFFFFF"/>
                </a:solidFill>
                <a:latin typeface="Arial Black"/>
                <a:cs typeface="Arial Black"/>
              </a:rPr>
              <a:t> </a:t>
            </a:r>
            <a:r>
              <a:rPr sz="3400" spc="-135" dirty="0">
                <a:solidFill>
                  <a:srgbClr val="FFFFFF"/>
                </a:solidFill>
                <a:latin typeface="Arial Black"/>
                <a:cs typeface="Arial Black"/>
              </a:rPr>
              <a:t>Transformation</a:t>
            </a:r>
            <a:endParaRPr sz="3400">
              <a:latin typeface="Arial Black"/>
              <a:cs typeface="Arial Black"/>
            </a:endParaRPr>
          </a:p>
          <a:p>
            <a:pPr marL="12700" marR="5080">
              <a:lnSpc>
                <a:spcPct val="115799"/>
              </a:lnSpc>
              <a:spcBef>
                <a:spcPts val="4725"/>
              </a:spcBef>
            </a:pPr>
            <a:r>
              <a:rPr sz="3400" spc="-95" dirty="0">
                <a:solidFill>
                  <a:srgbClr val="FFFFFF"/>
                </a:solidFill>
                <a:latin typeface="Verdana"/>
                <a:cs typeface="Verdana"/>
              </a:rPr>
              <a:t>The</a:t>
            </a:r>
            <a:r>
              <a:rPr sz="3400" spc="-335" dirty="0">
                <a:solidFill>
                  <a:srgbClr val="FFFFFF"/>
                </a:solidFill>
                <a:latin typeface="Verdana"/>
                <a:cs typeface="Verdana"/>
              </a:rPr>
              <a:t> </a:t>
            </a:r>
            <a:r>
              <a:rPr sz="3400" spc="-60" dirty="0">
                <a:solidFill>
                  <a:srgbClr val="FFFFFF"/>
                </a:solidFill>
                <a:latin typeface="Verdana"/>
                <a:cs typeface="Verdana"/>
              </a:rPr>
              <a:t>dataset</a:t>
            </a:r>
            <a:r>
              <a:rPr sz="3400" spc="-330" dirty="0">
                <a:solidFill>
                  <a:srgbClr val="FFFFFF"/>
                </a:solidFill>
                <a:latin typeface="Verdana"/>
                <a:cs typeface="Verdana"/>
              </a:rPr>
              <a:t> </a:t>
            </a:r>
            <a:r>
              <a:rPr sz="3400" spc="-150" dirty="0">
                <a:solidFill>
                  <a:srgbClr val="FFFFFF"/>
                </a:solidFill>
                <a:latin typeface="Verdana"/>
                <a:cs typeface="Verdana"/>
              </a:rPr>
              <a:t>was</a:t>
            </a:r>
            <a:r>
              <a:rPr sz="3400" spc="-335" dirty="0">
                <a:solidFill>
                  <a:srgbClr val="FFFFFF"/>
                </a:solidFill>
                <a:latin typeface="Verdana"/>
                <a:cs typeface="Verdana"/>
              </a:rPr>
              <a:t> </a:t>
            </a:r>
            <a:r>
              <a:rPr sz="3400" spc="-50" dirty="0">
                <a:solidFill>
                  <a:srgbClr val="FFFFFF"/>
                </a:solidFill>
                <a:latin typeface="Verdana"/>
                <a:cs typeface="Verdana"/>
              </a:rPr>
              <a:t>prepared</a:t>
            </a:r>
            <a:r>
              <a:rPr sz="3400" spc="-330" dirty="0">
                <a:solidFill>
                  <a:srgbClr val="FFFFFF"/>
                </a:solidFill>
                <a:latin typeface="Verdana"/>
                <a:cs typeface="Verdana"/>
              </a:rPr>
              <a:t> </a:t>
            </a:r>
            <a:r>
              <a:rPr sz="3400" spc="-50" dirty="0">
                <a:solidFill>
                  <a:srgbClr val="FFFFFF"/>
                </a:solidFill>
                <a:latin typeface="Verdana"/>
                <a:cs typeface="Verdana"/>
              </a:rPr>
              <a:t>in</a:t>
            </a:r>
            <a:r>
              <a:rPr sz="3400" spc="-335" dirty="0">
                <a:solidFill>
                  <a:srgbClr val="FFFFFF"/>
                </a:solidFill>
                <a:latin typeface="Verdana"/>
                <a:cs typeface="Verdana"/>
              </a:rPr>
              <a:t> </a:t>
            </a:r>
            <a:r>
              <a:rPr sz="3400" spc="-55" dirty="0">
                <a:solidFill>
                  <a:srgbClr val="FFFFFF"/>
                </a:solidFill>
                <a:latin typeface="Verdana"/>
                <a:cs typeface="Verdana"/>
              </a:rPr>
              <a:t>Power</a:t>
            </a:r>
            <a:r>
              <a:rPr sz="3400" spc="-330" dirty="0">
                <a:solidFill>
                  <a:srgbClr val="FFFFFF"/>
                </a:solidFill>
                <a:latin typeface="Verdana"/>
                <a:cs typeface="Verdana"/>
              </a:rPr>
              <a:t> </a:t>
            </a:r>
            <a:r>
              <a:rPr sz="3400" spc="-215" dirty="0">
                <a:solidFill>
                  <a:srgbClr val="FFFFFF"/>
                </a:solidFill>
                <a:latin typeface="Verdana"/>
                <a:cs typeface="Verdana"/>
              </a:rPr>
              <a:t>BI</a:t>
            </a:r>
            <a:r>
              <a:rPr sz="3400" spc="-330" dirty="0">
                <a:solidFill>
                  <a:srgbClr val="FFFFFF"/>
                </a:solidFill>
                <a:latin typeface="Verdana"/>
                <a:cs typeface="Verdana"/>
              </a:rPr>
              <a:t> </a:t>
            </a:r>
            <a:r>
              <a:rPr sz="3400" spc="-25" dirty="0">
                <a:solidFill>
                  <a:srgbClr val="FFFFFF"/>
                </a:solidFill>
                <a:latin typeface="Verdana"/>
                <a:cs typeface="Verdana"/>
              </a:rPr>
              <a:t>before</a:t>
            </a:r>
            <a:r>
              <a:rPr sz="3400" spc="-335" dirty="0">
                <a:solidFill>
                  <a:srgbClr val="FFFFFF"/>
                </a:solidFill>
                <a:latin typeface="Verdana"/>
                <a:cs typeface="Verdana"/>
              </a:rPr>
              <a:t> </a:t>
            </a:r>
            <a:r>
              <a:rPr sz="3400" spc="-75" dirty="0">
                <a:solidFill>
                  <a:srgbClr val="FFFFFF"/>
                </a:solidFill>
                <a:latin typeface="Verdana"/>
                <a:cs typeface="Verdana"/>
              </a:rPr>
              <a:t>creating</a:t>
            </a:r>
            <a:r>
              <a:rPr sz="3400" spc="-330" dirty="0">
                <a:solidFill>
                  <a:srgbClr val="FFFFFF"/>
                </a:solidFill>
                <a:latin typeface="Verdana"/>
                <a:cs typeface="Verdana"/>
              </a:rPr>
              <a:t> </a:t>
            </a:r>
            <a:r>
              <a:rPr sz="3400" spc="-25" dirty="0">
                <a:solidFill>
                  <a:srgbClr val="FFFFFF"/>
                </a:solidFill>
                <a:latin typeface="Verdana"/>
                <a:cs typeface="Verdana"/>
              </a:rPr>
              <a:t>the </a:t>
            </a:r>
            <a:r>
              <a:rPr sz="3400" spc="-80" dirty="0">
                <a:solidFill>
                  <a:srgbClr val="FFFFFF"/>
                </a:solidFill>
                <a:latin typeface="Verdana"/>
                <a:cs typeface="Verdana"/>
              </a:rPr>
              <a:t>dashboard.</a:t>
            </a:r>
            <a:r>
              <a:rPr sz="3400" spc="-305" dirty="0">
                <a:solidFill>
                  <a:srgbClr val="FFFFFF"/>
                </a:solidFill>
                <a:latin typeface="Verdana"/>
                <a:cs typeface="Verdana"/>
              </a:rPr>
              <a:t> </a:t>
            </a:r>
            <a:r>
              <a:rPr sz="3400" spc="-95" dirty="0">
                <a:solidFill>
                  <a:srgbClr val="FFFFFF"/>
                </a:solidFill>
                <a:latin typeface="Verdana"/>
                <a:cs typeface="Verdana"/>
              </a:rPr>
              <a:t>The</a:t>
            </a:r>
            <a:r>
              <a:rPr sz="3400" spc="-300" dirty="0">
                <a:solidFill>
                  <a:srgbClr val="FFFFFF"/>
                </a:solidFill>
                <a:latin typeface="Verdana"/>
                <a:cs typeface="Verdana"/>
              </a:rPr>
              <a:t> </a:t>
            </a:r>
            <a:r>
              <a:rPr sz="3400" spc="-40" dirty="0">
                <a:solidFill>
                  <a:srgbClr val="FFFFFF"/>
                </a:solidFill>
                <a:latin typeface="Verdana"/>
                <a:cs typeface="Verdana"/>
              </a:rPr>
              <a:t>following</a:t>
            </a:r>
            <a:r>
              <a:rPr sz="3400" spc="-305" dirty="0">
                <a:solidFill>
                  <a:srgbClr val="FFFFFF"/>
                </a:solidFill>
                <a:latin typeface="Verdana"/>
                <a:cs typeface="Verdana"/>
              </a:rPr>
              <a:t> </a:t>
            </a:r>
            <a:r>
              <a:rPr sz="3400" spc="-60" dirty="0">
                <a:solidFill>
                  <a:srgbClr val="FFFFFF"/>
                </a:solidFill>
                <a:latin typeface="Verdana"/>
                <a:cs typeface="Verdana"/>
              </a:rPr>
              <a:t>preprocessing</a:t>
            </a:r>
            <a:r>
              <a:rPr sz="3400" spc="-300" dirty="0">
                <a:solidFill>
                  <a:srgbClr val="FFFFFF"/>
                </a:solidFill>
                <a:latin typeface="Verdana"/>
                <a:cs typeface="Verdana"/>
              </a:rPr>
              <a:t> </a:t>
            </a:r>
            <a:r>
              <a:rPr sz="3400" spc="-45" dirty="0">
                <a:solidFill>
                  <a:srgbClr val="FFFFFF"/>
                </a:solidFill>
                <a:latin typeface="Verdana"/>
                <a:cs typeface="Verdana"/>
              </a:rPr>
              <a:t>steps</a:t>
            </a:r>
            <a:r>
              <a:rPr sz="3400" spc="-305" dirty="0">
                <a:solidFill>
                  <a:srgbClr val="FFFFFF"/>
                </a:solidFill>
                <a:latin typeface="Verdana"/>
                <a:cs typeface="Verdana"/>
              </a:rPr>
              <a:t> </a:t>
            </a:r>
            <a:r>
              <a:rPr sz="3400" spc="-110" dirty="0">
                <a:solidFill>
                  <a:srgbClr val="FFFFFF"/>
                </a:solidFill>
                <a:latin typeface="Verdana"/>
                <a:cs typeface="Verdana"/>
              </a:rPr>
              <a:t>were</a:t>
            </a:r>
            <a:r>
              <a:rPr sz="3400" spc="-300" dirty="0">
                <a:solidFill>
                  <a:srgbClr val="FFFFFF"/>
                </a:solidFill>
                <a:latin typeface="Verdana"/>
                <a:cs typeface="Verdana"/>
              </a:rPr>
              <a:t> </a:t>
            </a:r>
            <a:r>
              <a:rPr sz="3400" spc="-35" dirty="0">
                <a:solidFill>
                  <a:srgbClr val="FFFFFF"/>
                </a:solidFill>
                <a:latin typeface="Verdana"/>
                <a:cs typeface="Verdana"/>
              </a:rPr>
              <a:t>performed:</a:t>
            </a:r>
            <a:endParaRPr sz="3400">
              <a:latin typeface="Verdana"/>
              <a:cs typeface="Verdana"/>
            </a:endParaRPr>
          </a:p>
          <a:p>
            <a:pPr marL="746125" marR="2725420">
              <a:lnSpc>
                <a:spcPct val="115799"/>
              </a:lnSpc>
            </a:pPr>
            <a:r>
              <a:rPr sz="3400" spc="-80" dirty="0">
                <a:solidFill>
                  <a:srgbClr val="FFFFFF"/>
                </a:solidFill>
                <a:latin typeface="Verdana"/>
                <a:cs typeface="Verdana"/>
              </a:rPr>
              <a:t>Imported</a:t>
            </a:r>
            <a:r>
              <a:rPr sz="3400" spc="-330" dirty="0">
                <a:solidFill>
                  <a:srgbClr val="FFFFFF"/>
                </a:solidFill>
                <a:latin typeface="Verdana"/>
                <a:cs typeface="Verdana"/>
              </a:rPr>
              <a:t> </a:t>
            </a:r>
            <a:r>
              <a:rPr sz="3400" spc="-35" dirty="0">
                <a:solidFill>
                  <a:srgbClr val="FFFFFF"/>
                </a:solidFill>
                <a:latin typeface="Verdana"/>
                <a:cs typeface="Verdana"/>
              </a:rPr>
              <a:t>the</a:t>
            </a:r>
            <a:r>
              <a:rPr sz="3400" spc="-330" dirty="0">
                <a:solidFill>
                  <a:srgbClr val="FFFFFF"/>
                </a:solidFill>
                <a:latin typeface="Verdana"/>
                <a:cs typeface="Verdana"/>
              </a:rPr>
              <a:t> </a:t>
            </a:r>
            <a:r>
              <a:rPr sz="3400" spc="-140" dirty="0">
                <a:solidFill>
                  <a:srgbClr val="FFFFFF"/>
                </a:solidFill>
                <a:latin typeface="Verdana"/>
                <a:cs typeface="Verdana"/>
              </a:rPr>
              <a:t>CSV</a:t>
            </a:r>
            <a:r>
              <a:rPr sz="3400" spc="-325" dirty="0">
                <a:solidFill>
                  <a:srgbClr val="FFFFFF"/>
                </a:solidFill>
                <a:latin typeface="Verdana"/>
                <a:cs typeface="Verdana"/>
              </a:rPr>
              <a:t> </a:t>
            </a:r>
            <a:r>
              <a:rPr sz="3400" spc="-60" dirty="0">
                <a:solidFill>
                  <a:srgbClr val="FFFFFF"/>
                </a:solidFill>
                <a:latin typeface="Verdana"/>
                <a:cs typeface="Verdana"/>
              </a:rPr>
              <a:t>dataset</a:t>
            </a:r>
            <a:r>
              <a:rPr sz="3400" spc="-330" dirty="0">
                <a:solidFill>
                  <a:srgbClr val="FFFFFF"/>
                </a:solidFill>
                <a:latin typeface="Verdana"/>
                <a:cs typeface="Verdana"/>
              </a:rPr>
              <a:t> </a:t>
            </a:r>
            <a:r>
              <a:rPr sz="3400" spc="-20" dirty="0">
                <a:solidFill>
                  <a:srgbClr val="FFFFFF"/>
                </a:solidFill>
                <a:latin typeface="Verdana"/>
                <a:cs typeface="Verdana"/>
              </a:rPr>
              <a:t>into</a:t>
            </a:r>
            <a:r>
              <a:rPr sz="3400" spc="-330" dirty="0">
                <a:solidFill>
                  <a:srgbClr val="FFFFFF"/>
                </a:solidFill>
                <a:latin typeface="Verdana"/>
                <a:cs typeface="Verdana"/>
              </a:rPr>
              <a:t> </a:t>
            </a:r>
            <a:r>
              <a:rPr sz="3400" spc="-55" dirty="0">
                <a:solidFill>
                  <a:srgbClr val="FFFFFF"/>
                </a:solidFill>
                <a:latin typeface="Verdana"/>
                <a:cs typeface="Verdana"/>
              </a:rPr>
              <a:t>Power</a:t>
            </a:r>
            <a:r>
              <a:rPr sz="3400" spc="-325" dirty="0">
                <a:solidFill>
                  <a:srgbClr val="FFFFFF"/>
                </a:solidFill>
                <a:latin typeface="Verdana"/>
                <a:cs typeface="Verdana"/>
              </a:rPr>
              <a:t> </a:t>
            </a:r>
            <a:r>
              <a:rPr sz="3400" spc="-280" dirty="0">
                <a:solidFill>
                  <a:srgbClr val="FFFFFF"/>
                </a:solidFill>
                <a:latin typeface="Verdana"/>
                <a:cs typeface="Verdana"/>
              </a:rPr>
              <a:t>BI. </a:t>
            </a:r>
            <a:r>
              <a:rPr sz="3400" spc="-50" dirty="0">
                <a:solidFill>
                  <a:srgbClr val="FFFFFF"/>
                </a:solidFill>
                <a:latin typeface="Verdana"/>
                <a:cs typeface="Verdana"/>
              </a:rPr>
              <a:t>Verified</a:t>
            </a:r>
            <a:r>
              <a:rPr sz="3400" spc="-325" dirty="0">
                <a:solidFill>
                  <a:srgbClr val="FFFFFF"/>
                </a:solidFill>
                <a:latin typeface="Verdana"/>
                <a:cs typeface="Verdana"/>
              </a:rPr>
              <a:t> </a:t>
            </a:r>
            <a:r>
              <a:rPr sz="3400" spc="-60" dirty="0">
                <a:solidFill>
                  <a:srgbClr val="FFFFFF"/>
                </a:solidFill>
                <a:latin typeface="Verdana"/>
                <a:cs typeface="Verdana"/>
              </a:rPr>
              <a:t>and</a:t>
            </a:r>
            <a:r>
              <a:rPr sz="3400" spc="-325" dirty="0">
                <a:solidFill>
                  <a:srgbClr val="FFFFFF"/>
                </a:solidFill>
                <a:latin typeface="Verdana"/>
                <a:cs typeface="Verdana"/>
              </a:rPr>
              <a:t> </a:t>
            </a:r>
            <a:r>
              <a:rPr sz="3400" spc="-10" dirty="0">
                <a:solidFill>
                  <a:srgbClr val="FFFFFF"/>
                </a:solidFill>
                <a:latin typeface="Verdana"/>
                <a:cs typeface="Verdana"/>
              </a:rPr>
              <a:t>corrected</a:t>
            </a:r>
            <a:r>
              <a:rPr sz="3400" spc="-325" dirty="0">
                <a:solidFill>
                  <a:srgbClr val="FFFFFF"/>
                </a:solidFill>
                <a:latin typeface="Verdana"/>
                <a:cs typeface="Verdana"/>
              </a:rPr>
              <a:t> </a:t>
            </a:r>
            <a:r>
              <a:rPr sz="3400" spc="-70" dirty="0">
                <a:solidFill>
                  <a:srgbClr val="FFFFFF"/>
                </a:solidFill>
                <a:latin typeface="Verdana"/>
                <a:cs typeface="Verdana"/>
              </a:rPr>
              <a:t>data</a:t>
            </a:r>
            <a:r>
              <a:rPr sz="3400" spc="-325" dirty="0">
                <a:solidFill>
                  <a:srgbClr val="FFFFFF"/>
                </a:solidFill>
                <a:latin typeface="Verdana"/>
                <a:cs typeface="Verdana"/>
              </a:rPr>
              <a:t> </a:t>
            </a:r>
            <a:r>
              <a:rPr sz="3400" spc="-40" dirty="0">
                <a:solidFill>
                  <a:srgbClr val="FFFFFF"/>
                </a:solidFill>
                <a:latin typeface="Verdana"/>
                <a:cs typeface="Verdana"/>
              </a:rPr>
              <a:t>types</a:t>
            </a:r>
            <a:r>
              <a:rPr sz="3400" spc="-320" dirty="0">
                <a:solidFill>
                  <a:srgbClr val="FFFFFF"/>
                </a:solidFill>
                <a:latin typeface="Verdana"/>
                <a:cs typeface="Verdana"/>
              </a:rPr>
              <a:t> </a:t>
            </a:r>
            <a:r>
              <a:rPr sz="3400" dirty="0">
                <a:solidFill>
                  <a:srgbClr val="FFFFFF"/>
                </a:solidFill>
                <a:latin typeface="Verdana"/>
                <a:cs typeface="Verdana"/>
              </a:rPr>
              <a:t>for</a:t>
            </a:r>
            <a:r>
              <a:rPr sz="3400" spc="-325" dirty="0">
                <a:solidFill>
                  <a:srgbClr val="FFFFFF"/>
                </a:solidFill>
                <a:latin typeface="Verdana"/>
                <a:cs typeface="Verdana"/>
              </a:rPr>
              <a:t> </a:t>
            </a:r>
            <a:r>
              <a:rPr sz="3400" spc="-25" dirty="0">
                <a:solidFill>
                  <a:srgbClr val="FFFFFF"/>
                </a:solidFill>
                <a:latin typeface="Verdana"/>
                <a:cs typeface="Verdana"/>
              </a:rPr>
              <a:t>all</a:t>
            </a:r>
            <a:r>
              <a:rPr sz="3400" spc="-325" dirty="0">
                <a:solidFill>
                  <a:srgbClr val="FFFFFF"/>
                </a:solidFill>
                <a:latin typeface="Verdana"/>
                <a:cs typeface="Verdana"/>
              </a:rPr>
              <a:t> </a:t>
            </a:r>
            <a:r>
              <a:rPr sz="3400" spc="-10" dirty="0">
                <a:solidFill>
                  <a:srgbClr val="FFFFFF"/>
                </a:solidFill>
                <a:latin typeface="Verdana"/>
                <a:cs typeface="Verdana"/>
              </a:rPr>
              <a:t>fields.</a:t>
            </a:r>
            <a:endParaRPr sz="3400">
              <a:latin typeface="Verdana"/>
              <a:cs typeface="Verdana"/>
            </a:endParaRPr>
          </a:p>
          <a:p>
            <a:pPr marL="746125" marR="269875">
              <a:lnSpc>
                <a:spcPct val="115799"/>
              </a:lnSpc>
            </a:pPr>
            <a:r>
              <a:rPr sz="3400" spc="-60" dirty="0">
                <a:solidFill>
                  <a:srgbClr val="FFFFFF"/>
                </a:solidFill>
                <a:latin typeface="Verdana"/>
                <a:cs typeface="Verdana"/>
              </a:rPr>
              <a:t>Created</a:t>
            </a:r>
            <a:r>
              <a:rPr sz="3400" spc="-325" dirty="0">
                <a:solidFill>
                  <a:srgbClr val="FFFFFF"/>
                </a:solidFill>
                <a:latin typeface="Verdana"/>
                <a:cs typeface="Verdana"/>
              </a:rPr>
              <a:t> </a:t>
            </a:r>
            <a:r>
              <a:rPr sz="3400" spc="-170" dirty="0">
                <a:solidFill>
                  <a:srgbClr val="FFFFFF"/>
                </a:solidFill>
                <a:latin typeface="Verdana"/>
                <a:cs typeface="Verdana"/>
              </a:rPr>
              <a:t>a</a:t>
            </a:r>
            <a:r>
              <a:rPr sz="3400" spc="-320" dirty="0">
                <a:solidFill>
                  <a:srgbClr val="FFFFFF"/>
                </a:solidFill>
                <a:latin typeface="Verdana"/>
                <a:cs typeface="Verdana"/>
              </a:rPr>
              <a:t> </a:t>
            </a:r>
            <a:r>
              <a:rPr sz="3400" spc="-105" dirty="0">
                <a:solidFill>
                  <a:srgbClr val="FFFFFF"/>
                </a:solidFill>
                <a:latin typeface="Verdana"/>
                <a:cs typeface="Verdana"/>
              </a:rPr>
              <a:t>Revenue</a:t>
            </a:r>
            <a:r>
              <a:rPr sz="3400" spc="-325" dirty="0">
                <a:solidFill>
                  <a:srgbClr val="FFFFFF"/>
                </a:solidFill>
                <a:latin typeface="Verdana"/>
                <a:cs typeface="Verdana"/>
              </a:rPr>
              <a:t> </a:t>
            </a:r>
            <a:r>
              <a:rPr sz="3400" spc="-20" dirty="0">
                <a:solidFill>
                  <a:srgbClr val="FFFFFF"/>
                </a:solidFill>
                <a:latin typeface="Verdana"/>
                <a:cs typeface="Verdana"/>
              </a:rPr>
              <a:t>calculated</a:t>
            </a:r>
            <a:r>
              <a:rPr sz="3400" spc="-320" dirty="0">
                <a:solidFill>
                  <a:srgbClr val="FFFFFF"/>
                </a:solidFill>
                <a:latin typeface="Verdana"/>
                <a:cs typeface="Verdana"/>
              </a:rPr>
              <a:t> </a:t>
            </a:r>
            <a:r>
              <a:rPr sz="3400" spc="-35" dirty="0">
                <a:solidFill>
                  <a:srgbClr val="FFFFFF"/>
                </a:solidFill>
                <a:latin typeface="Verdana"/>
                <a:cs typeface="Verdana"/>
              </a:rPr>
              <a:t>column</a:t>
            </a:r>
            <a:r>
              <a:rPr sz="3400" spc="-320" dirty="0">
                <a:solidFill>
                  <a:srgbClr val="FFFFFF"/>
                </a:solidFill>
                <a:latin typeface="Verdana"/>
                <a:cs typeface="Verdana"/>
              </a:rPr>
              <a:t> </a:t>
            </a:r>
            <a:r>
              <a:rPr sz="3400" spc="-100" dirty="0">
                <a:solidFill>
                  <a:srgbClr val="FFFFFF"/>
                </a:solidFill>
                <a:latin typeface="Verdana"/>
                <a:cs typeface="Verdana"/>
              </a:rPr>
              <a:t>(Quantity</a:t>
            </a:r>
            <a:r>
              <a:rPr sz="3400" spc="-325" dirty="0">
                <a:solidFill>
                  <a:srgbClr val="FFFFFF"/>
                </a:solidFill>
                <a:latin typeface="Verdana"/>
                <a:cs typeface="Verdana"/>
              </a:rPr>
              <a:t> </a:t>
            </a:r>
            <a:r>
              <a:rPr sz="3400" spc="-1200" dirty="0">
                <a:solidFill>
                  <a:srgbClr val="FFFFFF"/>
                </a:solidFill>
                <a:latin typeface="Verdana"/>
                <a:cs typeface="Verdana"/>
              </a:rPr>
              <a:t>×</a:t>
            </a:r>
            <a:r>
              <a:rPr sz="3400" spc="-320" dirty="0">
                <a:solidFill>
                  <a:srgbClr val="FFFFFF"/>
                </a:solidFill>
                <a:latin typeface="Verdana"/>
                <a:cs typeface="Verdana"/>
              </a:rPr>
              <a:t> </a:t>
            </a:r>
            <a:r>
              <a:rPr sz="3400" spc="-10" dirty="0">
                <a:solidFill>
                  <a:srgbClr val="FFFFFF"/>
                </a:solidFill>
                <a:latin typeface="Verdana"/>
                <a:cs typeface="Verdana"/>
              </a:rPr>
              <a:t>Price). </a:t>
            </a:r>
            <a:r>
              <a:rPr sz="3400" spc="-60" dirty="0">
                <a:solidFill>
                  <a:srgbClr val="FFFFFF"/>
                </a:solidFill>
                <a:latin typeface="Verdana"/>
                <a:cs typeface="Verdana"/>
              </a:rPr>
              <a:t>Created</a:t>
            </a:r>
            <a:r>
              <a:rPr sz="3400" spc="-325" dirty="0">
                <a:solidFill>
                  <a:srgbClr val="FFFFFF"/>
                </a:solidFill>
                <a:latin typeface="Verdana"/>
                <a:cs typeface="Verdana"/>
              </a:rPr>
              <a:t> </a:t>
            </a:r>
            <a:r>
              <a:rPr sz="3400" spc="-114" dirty="0">
                <a:solidFill>
                  <a:srgbClr val="FFFFFF"/>
                </a:solidFill>
                <a:latin typeface="Verdana"/>
                <a:cs typeface="Verdana"/>
              </a:rPr>
              <a:t>an</a:t>
            </a:r>
            <a:r>
              <a:rPr sz="3400" spc="-325" dirty="0">
                <a:solidFill>
                  <a:srgbClr val="FFFFFF"/>
                </a:solidFill>
                <a:latin typeface="Verdana"/>
                <a:cs typeface="Verdana"/>
              </a:rPr>
              <a:t> </a:t>
            </a:r>
            <a:r>
              <a:rPr sz="3400" spc="-145" dirty="0">
                <a:solidFill>
                  <a:srgbClr val="FFFFFF"/>
                </a:solidFill>
                <a:latin typeface="Verdana"/>
                <a:cs typeface="Verdana"/>
              </a:rPr>
              <a:t>Age</a:t>
            </a:r>
            <a:r>
              <a:rPr sz="3400" spc="-325" dirty="0">
                <a:solidFill>
                  <a:srgbClr val="FFFFFF"/>
                </a:solidFill>
                <a:latin typeface="Verdana"/>
                <a:cs typeface="Verdana"/>
              </a:rPr>
              <a:t> </a:t>
            </a:r>
            <a:r>
              <a:rPr sz="3400" spc="-55" dirty="0">
                <a:solidFill>
                  <a:srgbClr val="FFFFFF"/>
                </a:solidFill>
                <a:latin typeface="Verdana"/>
                <a:cs typeface="Verdana"/>
              </a:rPr>
              <a:t>Group</a:t>
            </a:r>
            <a:r>
              <a:rPr sz="3400" spc="-325" dirty="0">
                <a:solidFill>
                  <a:srgbClr val="FFFFFF"/>
                </a:solidFill>
                <a:latin typeface="Verdana"/>
                <a:cs typeface="Verdana"/>
              </a:rPr>
              <a:t> </a:t>
            </a:r>
            <a:r>
              <a:rPr sz="3400" spc="-35" dirty="0">
                <a:solidFill>
                  <a:srgbClr val="FFFFFF"/>
                </a:solidFill>
                <a:latin typeface="Verdana"/>
                <a:cs typeface="Verdana"/>
              </a:rPr>
              <a:t>column</a:t>
            </a:r>
            <a:r>
              <a:rPr sz="3400" spc="-325" dirty="0">
                <a:solidFill>
                  <a:srgbClr val="FFFFFF"/>
                </a:solidFill>
                <a:latin typeface="Verdana"/>
                <a:cs typeface="Verdana"/>
              </a:rPr>
              <a:t> </a:t>
            </a:r>
            <a:r>
              <a:rPr sz="3400" dirty="0">
                <a:solidFill>
                  <a:srgbClr val="FFFFFF"/>
                </a:solidFill>
                <a:latin typeface="Verdana"/>
                <a:cs typeface="Verdana"/>
              </a:rPr>
              <a:t>for</a:t>
            </a:r>
            <a:r>
              <a:rPr sz="3400" spc="-325" dirty="0">
                <a:solidFill>
                  <a:srgbClr val="FFFFFF"/>
                </a:solidFill>
                <a:latin typeface="Verdana"/>
                <a:cs typeface="Verdana"/>
              </a:rPr>
              <a:t> </a:t>
            </a:r>
            <a:r>
              <a:rPr sz="3400" spc="-55" dirty="0">
                <a:solidFill>
                  <a:srgbClr val="FFFFFF"/>
                </a:solidFill>
                <a:latin typeface="Verdana"/>
                <a:cs typeface="Verdana"/>
              </a:rPr>
              <a:t>customer</a:t>
            </a:r>
            <a:r>
              <a:rPr sz="3400" spc="-325" dirty="0">
                <a:solidFill>
                  <a:srgbClr val="FFFFFF"/>
                </a:solidFill>
                <a:latin typeface="Verdana"/>
                <a:cs typeface="Verdana"/>
              </a:rPr>
              <a:t> </a:t>
            </a:r>
            <a:r>
              <a:rPr sz="3400" spc="-65" dirty="0">
                <a:solidFill>
                  <a:srgbClr val="FFFFFF"/>
                </a:solidFill>
                <a:latin typeface="Verdana"/>
                <a:cs typeface="Verdana"/>
              </a:rPr>
              <a:t>segmentation. Checked</a:t>
            </a:r>
            <a:r>
              <a:rPr sz="3400" spc="-320" dirty="0">
                <a:solidFill>
                  <a:srgbClr val="FFFFFF"/>
                </a:solidFill>
                <a:latin typeface="Verdana"/>
                <a:cs typeface="Verdana"/>
              </a:rPr>
              <a:t> </a:t>
            </a:r>
            <a:r>
              <a:rPr sz="3400" spc="-35" dirty="0">
                <a:solidFill>
                  <a:srgbClr val="FFFFFF"/>
                </a:solidFill>
                <a:latin typeface="Verdana"/>
                <a:cs typeface="Verdana"/>
              </a:rPr>
              <a:t>the</a:t>
            </a:r>
            <a:r>
              <a:rPr sz="3400" spc="-320" dirty="0">
                <a:solidFill>
                  <a:srgbClr val="FFFFFF"/>
                </a:solidFill>
                <a:latin typeface="Verdana"/>
                <a:cs typeface="Verdana"/>
              </a:rPr>
              <a:t> </a:t>
            </a:r>
            <a:r>
              <a:rPr sz="3400" spc="-60" dirty="0">
                <a:solidFill>
                  <a:srgbClr val="FFFFFF"/>
                </a:solidFill>
                <a:latin typeface="Verdana"/>
                <a:cs typeface="Verdana"/>
              </a:rPr>
              <a:t>dataset</a:t>
            </a:r>
            <a:r>
              <a:rPr sz="3400" spc="-320" dirty="0">
                <a:solidFill>
                  <a:srgbClr val="FFFFFF"/>
                </a:solidFill>
                <a:latin typeface="Verdana"/>
                <a:cs typeface="Verdana"/>
              </a:rPr>
              <a:t> </a:t>
            </a:r>
            <a:r>
              <a:rPr sz="3400" dirty="0">
                <a:solidFill>
                  <a:srgbClr val="FFFFFF"/>
                </a:solidFill>
                <a:latin typeface="Verdana"/>
                <a:cs typeface="Verdana"/>
              </a:rPr>
              <a:t>for</a:t>
            </a:r>
            <a:r>
              <a:rPr sz="3400" spc="-320" dirty="0">
                <a:solidFill>
                  <a:srgbClr val="FFFFFF"/>
                </a:solidFill>
                <a:latin typeface="Verdana"/>
                <a:cs typeface="Verdana"/>
              </a:rPr>
              <a:t> </a:t>
            </a:r>
            <a:r>
              <a:rPr sz="3400" spc="-114" dirty="0">
                <a:solidFill>
                  <a:srgbClr val="FFFFFF"/>
                </a:solidFill>
                <a:latin typeface="Verdana"/>
                <a:cs typeface="Verdana"/>
              </a:rPr>
              <a:t>missing</a:t>
            </a:r>
            <a:r>
              <a:rPr sz="3400" spc="-320" dirty="0">
                <a:solidFill>
                  <a:srgbClr val="FFFFFF"/>
                </a:solidFill>
                <a:latin typeface="Verdana"/>
                <a:cs typeface="Verdana"/>
              </a:rPr>
              <a:t> </a:t>
            </a:r>
            <a:r>
              <a:rPr sz="3400" spc="-20" dirty="0">
                <a:solidFill>
                  <a:srgbClr val="FFFFFF"/>
                </a:solidFill>
                <a:latin typeface="Verdana"/>
                <a:cs typeface="Verdana"/>
              </a:rPr>
              <a:t>or</a:t>
            </a:r>
            <a:r>
              <a:rPr sz="3400" spc="-315" dirty="0">
                <a:solidFill>
                  <a:srgbClr val="FFFFFF"/>
                </a:solidFill>
                <a:latin typeface="Verdana"/>
                <a:cs typeface="Verdana"/>
              </a:rPr>
              <a:t> </a:t>
            </a:r>
            <a:r>
              <a:rPr sz="3400" spc="-35" dirty="0">
                <a:solidFill>
                  <a:srgbClr val="FFFFFF"/>
                </a:solidFill>
                <a:latin typeface="Verdana"/>
                <a:cs typeface="Verdana"/>
              </a:rPr>
              <a:t>inconsistent</a:t>
            </a:r>
            <a:r>
              <a:rPr sz="3400" spc="-320" dirty="0">
                <a:solidFill>
                  <a:srgbClr val="FFFFFF"/>
                </a:solidFill>
                <a:latin typeface="Verdana"/>
                <a:cs typeface="Verdana"/>
              </a:rPr>
              <a:t> </a:t>
            </a:r>
            <a:r>
              <a:rPr sz="3400" spc="-10" dirty="0">
                <a:solidFill>
                  <a:srgbClr val="FFFFFF"/>
                </a:solidFill>
                <a:latin typeface="Verdana"/>
                <a:cs typeface="Verdana"/>
              </a:rPr>
              <a:t>values.</a:t>
            </a:r>
            <a:endParaRPr sz="3400">
              <a:latin typeface="Verdana"/>
              <a:cs typeface="Verdana"/>
            </a:endParaRPr>
          </a:p>
          <a:p>
            <a:pPr marL="746125">
              <a:lnSpc>
                <a:spcPct val="100000"/>
              </a:lnSpc>
              <a:spcBef>
                <a:spcPts val="645"/>
              </a:spcBef>
            </a:pPr>
            <a:r>
              <a:rPr sz="3400" spc="-10" dirty="0">
                <a:solidFill>
                  <a:srgbClr val="FFFFFF"/>
                </a:solidFill>
                <a:latin typeface="Verdana"/>
                <a:cs typeface="Verdana"/>
              </a:rPr>
              <a:t>Built</a:t>
            </a:r>
            <a:r>
              <a:rPr sz="3400" spc="-320" dirty="0">
                <a:solidFill>
                  <a:srgbClr val="FFFFFF"/>
                </a:solidFill>
                <a:latin typeface="Verdana"/>
                <a:cs typeface="Verdana"/>
              </a:rPr>
              <a:t> </a:t>
            </a:r>
            <a:r>
              <a:rPr sz="3400" spc="-114" dirty="0">
                <a:solidFill>
                  <a:srgbClr val="FFFFFF"/>
                </a:solidFill>
                <a:latin typeface="Verdana"/>
                <a:cs typeface="Verdana"/>
              </a:rPr>
              <a:t>an</a:t>
            </a:r>
            <a:r>
              <a:rPr sz="3400" spc="-320" dirty="0">
                <a:solidFill>
                  <a:srgbClr val="FFFFFF"/>
                </a:solidFill>
                <a:latin typeface="Verdana"/>
                <a:cs typeface="Verdana"/>
              </a:rPr>
              <a:t> </a:t>
            </a:r>
            <a:r>
              <a:rPr sz="3400" spc="-50" dirty="0">
                <a:solidFill>
                  <a:srgbClr val="FFFFFF"/>
                </a:solidFill>
                <a:latin typeface="Verdana"/>
                <a:cs typeface="Verdana"/>
              </a:rPr>
              <a:t>interactive</a:t>
            </a:r>
            <a:r>
              <a:rPr sz="3400" spc="-320" dirty="0">
                <a:solidFill>
                  <a:srgbClr val="FFFFFF"/>
                </a:solidFill>
                <a:latin typeface="Verdana"/>
                <a:cs typeface="Verdana"/>
              </a:rPr>
              <a:t> </a:t>
            </a:r>
            <a:r>
              <a:rPr sz="3400" spc="-50" dirty="0">
                <a:solidFill>
                  <a:srgbClr val="FFFFFF"/>
                </a:solidFill>
                <a:latin typeface="Verdana"/>
                <a:cs typeface="Verdana"/>
              </a:rPr>
              <a:t>dashboard</a:t>
            </a:r>
            <a:r>
              <a:rPr sz="3400" spc="-320" dirty="0">
                <a:solidFill>
                  <a:srgbClr val="FFFFFF"/>
                </a:solidFill>
                <a:latin typeface="Verdana"/>
                <a:cs typeface="Verdana"/>
              </a:rPr>
              <a:t> </a:t>
            </a:r>
            <a:r>
              <a:rPr sz="3400" spc="-50" dirty="0">
                <a:solidFill>
                  <a:srgbClr val="FFFFFF"/>
                </a:solidFill>
                <a:latin typeface="Verdana"/>
                <a:cs typeface="Verdana"/>
              </a:rPr>
              <a:t>with</a:t>
            </a:r>
            <a:r>
              <a:rPr sz="3400" spc="-320" dirty="0">
                <a:solidFill>
                  <a:srgbClr val="FFFFFF"/>
                </a:solidFill>
                <a:latin typeface="Verdana"/>
                <a:cs typeface="Verdana"/>
              </a:rPr>
              <a:t> </a:t>
            </a:r>
            <a:r>
              <a:rPr sz="3400" spc="-70" dirty="0">
                <a:solidFill>
                  <a:srgbClr val="FFFFFF"/>
                </a:solidFill>
                <a:latin typeface="Verdana"/>
                <a:cs typeface="Verdana"/>
              </a:rPr>
              <a:t>relevant</a:t>
            </a:r>
            <a:r>
              <a:rPr sz="3400" spc="-320" dirty="0">
                <a:solidFill>
                  <a:srgbClr val="FFFFFF"/>
                </a:solidFill>
                <a:latin typeface="Verdana"/>
                <a:cs typeface="Verdana"/>
              </a:rPr>
              <a:t> </a:t>
            </a:r>
            <a:r>
              <a:rPr sz="3400" spc="-10" dirty="0">
                <a:solidFill>
                  <a:srgbClr val="FFFFFF"/>
                </a:solidFill>
                <a:latin typeface="Verdana"/>
                <a:cs typeface="Verdana"/>
              </a:rPr>
              <a:t>visualizations.</a:t>
            </a:r>
            <a:endParaRPr sz="3400">
              <a:latin typeface="Verdana"/>
              <a:cs typeface="Verdana"/>
            </a:endParaRPr>
          </a:p>
        </p:txBody>
      </p:sp>
      <p:sp>
        <p:nvSpPr>
          <p:cNvPr id="12" name="object 12" descr="$PPTXTitle"/>
          <p:cNvSpPr txBox="1">
            <a:spLocks noGrp="1"/>
          </p:cNvSpPr>
          <p:nvPr>
            <p:ph type="title"/>
          </p:nvPr>
        </p:nvSpPr>
        <p:spPr>
          <a:xfrm>
            <a:off x="1468946" y="1488179"/>
            <a:ext cx="4257040" cy="635000"/>
          </a:xfrm>
          <a:prstGeom prst="rect">
            <a:avLst/>
          </a:prstGeom>
        </p:spPr>
        <p:txBody>
          <a:bodyPr vert="horz" wrap="square" lIns="0" tIns="12700" rIns="0" bIns="0" rtlCol="0">
            <a:spAutoFit/>
          </a:bodyPr>
          <a:lstStyle/>
          <a:p>
            <a:pPr marL="12700">
              <a:lnSpc>
                <a:spcPct val="100000"/>
              </a:lnSpc>
              <a:spcBef>
                <a:spcPts val="100"/>
              </a:spcBef>
            </a:pPr>
            <a:r>
              <a:rPr sz="4000" b="0" spc="-254" dirty="0">
                <a:latin typeface="Arial Black"/>
                <a:cs typeface="Arial Black"/>
              </a:rPr>
              <a:t>Data</a:t>
            </a:r>
            <a:r>
              <a:rPr sz="4000" b="0" spc="-385" dirty="0">
                <a:latin typeface="Arial Black"/>
                <a:cs typeface="Arial Black"/>
              </a:rPr>
              <a:t> </a:t>
            </a:r>
            <a:r>
              <a:rPr sz="4000" b="0" spc="-215" dirty="0">
                <a:latin typeface="Arial Black"/>
                <a:cs typeface="Arial Black"/>
              </a:rPr>
              <a:t>Preparation</a:t>
            </a:r>
            <a:endParaRPr sz="4000">
              <a:latin typeface="Arial Black"/>
              <a:cs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7999" cy="10286999"/>
          </a:xfrm>
          <a:prstGeom prst="rect">
            <a:avLst/>
          </a:prstGeom>
        </p:spPr>
      </p:pic>
      <p:grpSp>
        <p:nvGrpSpPr>
          <p:cNvPr id="3" name="object 3"/>
          <p:cNvGrpSpPr/>
          <p:nvPr/>
        </p:nvGrpSpPr>
        <p:grpSpPr>
          <a:xfrm>
            <a:off x="0" y="0"/>
            <a:ext cx="18093690" cy="10287000"/>
            <a:chOff x="0" y="0"/>
            <a:chExt cx="18093690" cy="10287000"/>
          </a:xfrm>
        </p:grpSpPr>
        <p:pic>
          <p:nvPicPr>
            <p:cNvPr id="4" name="object 4"/>
            <p:cNvPicPr/>
            <p:nvPr/>
          </p:nvPicPr>
          <p:blipFill>
            <a:blip r:embed="rId3" cstate="print"/>
            <a:stretch>
              <a:fillRect/>
            </a:stretch>
          </p:blipFill>
          <p:spPr>
            <a:xfrm>
              <a:off x="0" y="0"/>
              <a:ext cx="18093500" cy="10287000"/>
            </a:xfrm>
            <a:prstGeom prst="rect">
              <a:avLst/>
            </a:prstGeom>
          </p:spPr>
        </p:pic>
        <p:sp>
          <p:nvSpPr>
            <p:cNvPr id="5" name="object 5"/>
            <p:cNvSpPr/>
            <p:nvPr/>
          </p:nvSpPr>
          <p:spPr>
            <a:xfrm>
              <a:off x="232720" y="8079365"/>
              <a:ext cx="11807190" cy="1858010"/>
            </a:xfrm>
            <a:custGeom>
              <a:avLst/>
              <a:gdLst/>
              <a:ahLst/>
              <a:cxnLst/>
              <a:rect l="l" t="t" r="r" b="b"/>
              <a:pathLst>
                <a:path w="11807190" h="1858009">
                  <a:moveTo>
                    <a:pt x="11644968" y="1857725"/>
                  </a:moveTo>
                  <a:lnTo>
                    <a:pt x="161924" y="1857725"/>
                  </a:lnTo>
                  <a:lnTo>
                    <a:pt x="130187" y="1854584"/>
                  </a:lnTo>
                  <a:lnTo>
                    <a:pt x="72088" y="1830519"/>
                  </a:lnTo>
                  <a:lnTo>
                    <a:pt x="27205" y="1785636"/>
                  </a:lnTo>
                  <a:lnTo>
                    <a:pt x="3140" y="1727537"/>
                  </a:lnTo>
                  <a:lnTo>
                    <a:pt x="0" y="1695799"/>
                  </a:lnTo>
                  <a:lnTo>
                    <a:pt x="0" y="161924"/>
                  </a:lnTo>
                  <a:lnTo>
                    <a:pt x="12325" y="99958"/>
                  </a:lnTo>
                  <a:lnTo>
                    <a:pt x="47426" y="47426"/>
                  </a:lnTo>
                  <a:lnTo>
                    <a:pt x="99958" y="12325"/>
                  </a:lnTo>
                  <a:lnTo>
                    <a:pt x="161924" y="0"/>
                  </a:lnTo>
                  <a:lnTo>
                    <a:pt x="11644968" y="0"/>
                  </a:lnTo>
                  <a:lnTo>
                    <a:pt x="11676706" y="3140"/>
                  </a:lnTo>
                  <a:lnTo>
                    <a:pt x="11734804" y="27205"/>
                  </a:lnTo>
                  <a:lnTo>
                    <a:pt x="11779688" y="72088"/>
                  </a:lnTo>
                  <a:lnTo>
                    <a:pt x="11803753" y="130187"/>
                  </a:lnTo>
                  <a:lnTo>
                    <a:pt x="11806713" y="160104"/>
                  </a:lnTo>
                  <a:lnTo>
                    <a:pt x="11806713" y="1697620"/>
                  </a:lnTo>
                  <a:lnTo>
                    <a:pt x="11794567" y="1757766"/>
                  </a:lnTo>
                  <a:lnTo>
                    <a:pt x="11759466" y="1810298"/>
                  </a:lnTo>
                  <a:lnTo>
                    <a:pt x="11706934" y="1845399"/>
                  </a:lnTo>
                  <a:lnTo>
                    <a:pt x="11644968" y="1857725"/>
                  </a:lnTo>
                  <a:close/>
                </a:path>
              </a:pathLst>
            </a:custGeom>
            <a:solidFill>
              <a:srgbClr val="46F0DB">
                <a:alpha val="29998"/>
              </a:srgbClr>
            </a:solidFill>
          </p:spPr>
          <p:txBody>
            <a:bodyPr wrap="square" lIns="0" tIns="0" rIns="0" bIns="0" rtlCol="0"/>
            <a:lstStyle/>
            <a:p>
              <a:endParaRPr/>
            </a:p>
          </p:txBody>
        </p:sp>
        <p:pic>
          <p:nvPicPr>
            <p:cNvPr id="6" name="object 6"/>
            <p:cNvPicPr/>
            <p:nvPr/>
          </p:nvPicPr>
          <p:blipFill>
            <a:blip r:embed="rId4" cstate="print"/>
            <a:stretch>
              <a:fillRect/>
            </a:stretch>
          </p:blipFill>
          <p:spPr>
            <a:xfrm>
              <a:off x="434510" y="1028700"/>
              <a:ext cx="11810999" cy="6667499"/>
            </a:xfrm>
            <a:prstGeom prst="rect">
              <a:avLst/>
            </a:prstGeom>
          </p:spPr>
        </p:pic>
      </p:grpSp>
      <p:sp>
        <p:nvSpPr>
          <p:cNvPr id="7" name="object 7" descr="$PPTXTitle"/>
          <p:cNvSpPr txBox="1">
            <a:spLocks noGrp="1"/>
          </p:cNvSpPr>
          <p:nvPr>
            <p:ph type="title"/>
          </p:nvPr>
        </p:nvSpPr>
        <p:spPr>
          <a:xfrm>
            <a:off x="12393843" y="431288"/>
            <a:ext cx="4916805" cy="3224530"/>
          </a:xfrm>
          <a:prstGeom prst="rect">
            <a:avLst/>
          </a:prstGeom>
        </p:spPr>
        <p:txBody>
          <a:bodyPr vert="horz" wrap="square" lIns="0" tIns="163830" rIns="0" bIns="0" rtlCol="0">
            <a:spAutoFit/>
          </a:bodyPr>
          <a:lstStyle/>
          <a:p>
            <a:pPr marL="603250" marR="5080" indent="-121920" algn="just">
              <a:lnSpc>
                <a:spcPts val="6980"/>
              </a:lnSpc>
              <a:spcBef>
                <a:spcPts val="1290"/>
              </a:spcBef>
            </a:pPr>
            <a:r>
              <a:rPr sz="6750" spc="375" dirty="0"/>
              <a:t>Customer </a:t>
            </a:r>
            <a:r>
              <a:rPr sz="6750" spc="275" dirty="0"/>
              <a:t>Purchase </a:t>
            </a:r>
            <a:r>
              <a:rPr sz="6750" spc="245" dirty="0"/>
              <a:t>Analysis</a:t>
            </a:r>
            <a:endParaRPr sz="6750"/>
          </a:p>
          <a:p>
            <a:pPr marL="12700">
              <a:lnSpc>
                <a:spcPct val="100000"/>
              </a:lnSpc>
              <a:spcBef>
                <a:spcPts val="1135"/>
              </a:spcBef>
            </a:pPr>
            <a:r>
              <a:rPr sz="1600" spc="60" dirty="0"/>
              <a:t>Observation</a:t>
            </a:r>
            <a:endParaRPr sz="1600"/>
          </a:p>
        </p:txBody>
      </p:sp>
      <p:grpSp>
        <p:nvGrpSpPr>
          <p:cNvPr id="8" name="object 8"/>
          <p:cNvGrpSpPr/>
          <p:nvPr/>
        </p:nvGrpSpPr>
        <p:grpSpPr>
          <a:xfrm>
            <a:off x="12549418" y="4049444"/>
            <a:ext cx="66675" cy="1447800"/>
            <a:chOff x="12549418" y="4049444"/>
            <a:chExt cx="66675" cy="1447800"/>
          </a:xfrm>
        </p:grpSpPr>
        <p:pic>
          <p:nvPicPr>
            <p:cNvPr id="9" name="object 9"/>
            <p:cNvPicPr/>
            <p:nvPr/>
          </p:nvPicPr>
          <p:blipFill>
            <a:blip r:embed="rId5" cstate="print"/>
            <a:stretch>
              <a:fillRect/>
            </a:stretch>
          </p:blipFill>
          <p:spPr>
            <a:xfrm>
              <a:off x="12549418" y="4049444"/>
              <a:ext cx="66675" cy="66674"/>
            </a:xfrm>
            <a:prstGeom prst="rect">
              <a:avLst/>
            </a:prstGeom>
          </p:spPr>
        </p:pic>
        <p:pic>
          <p:nvPicPr>
            <p:cNvPr id="10" name="object 10"/>
            <p:cNvPicPr/>
            <p:nvPr/>
          </p:nvPicPr>
          <p:blipFill>
            <a:blip r:embed="rId5" cstate="print"/>
            <a:stretch>
              <a:fillRect/>
            </a:stretch>
          </p:blipFill>
          <p:spPr>
            <a:xfrm>
              <a:off x="12549418" y="4325669"/>
              <a:ext cx="66675" cy="66674"/>
            </a:xfrm>
            <a:prstGeom prst="rect">
              <a:avLst/>
            </a:prstGeom>
          </p:spPr>
        </p:pic>
        <p:pic>
          <p:nvPicPr>
            <p:cNvPr id="11" name="object 11"/>
            <p:cNvPicPr/>
            <p:nvPr/>
          </p:nvPicPr>
          <p:blipFill>
            <a:blip r:embed="rId5" cstate="print"/>
            <a:stretch>
              <a:fillRect/>
            </a:stretch>
          </p:blipFill>
          <p:spPr>
            <a:xfrm>
              <a:off x="12549418" y="4601894"/>
              <a:ext cx="66675" cy="66674"/>
            </a:xfrm>
            <a:prstGeom prst="rect">
              <a:avLst/>
            </a:prstGeom>
          </p:spPr>
        </p:pic>
        <p:pic>
          <p:nvPicPr>
            <p:cNvPr id="12" name="object 12"/>
            <p:cNvPicPr/>
            <p:nvPr/>
          </p:nvPicPr>
          <p:blipFill>
            <a:blip r:embed="rId5" cstate="print"/>
            <a:stretch>
              <a:fillRect/>
            </a:stretch>
          </p:blipFill>
          <p:spPr>
            <a:xfrm>
              <a:off x="12549418" y="4878119"/>
              <a:ext cx="66675" cy="66674"/>
            </a:xfrm>
            <a:prstGeom prst="rect">
              <a:avLst/>
            </a:prstGeom>
          </p:spPr>
        </p:pic>
        <p:pic>
          <p:nvPicPr>
            <p:cNvPr id="13" name="object 13"/>
            <p:cNvPicPr/>
            <p:nvPr/>
          </p:nvPicPr>
          <p:blipFill>
            <a:blip r:embed="rId5" cstate="print"/>
            <a:stretch>
              <a:fillRect/>
            </a:stretch>
          </p:blipFill>
          <p:spPr>
            <a:xfrm>
              <a:off x="12549418" y="5154344"/>
              <a:ext cx="66675" cy="66674"/>
            </a:xfrm>
            <a:prstGeom prst="rect">
              <a:avLst/>
            </a:prstGeom>
          </p:spPr>
        </p:pic>
        <p:pic>
          <p:nvPicPr>
            <p:cNvPr id="14" name="object 14"/>
            <p:cNvPicPr/>
            <p:nvPr/>
          </p:nvPicPr>
          <p:blipFill>
            <a:blip r:embed="rId5" cstate="print"/>
            <a:stretch>
              <a:fillRect/>
            </a:stretch>
          </p:blipFill>
          <p:spPr>
            <a:xfrm>
              <a:off x="12549418" y="5430569"/>
              <a:ext cx="66675" cy="66674"/>
            </a:xfrm>
            <a:prstGeom prst="rect">
              <a:avLst/>
            </a:prstGeom>
          </p:spPr>
        </p:pic>
      </p:grpSp>
      <p:sp>
        <p:nvSpPr>
          <p:cNvPr id="15" name="object 15"/>
          <p:cNvSpPr txBox="1"/>
          <p:nvPr/>
        </p:nvSpPr>
        <p:spPr>
          <a:xfrm>
            <a:off x="12393843" y="3906023"/>
            <a:ext cx="5594985" cy="2235200"/>
          </a:xfrm>
          <a:prstGeom prst="rect">
            <a:avLst/>
          </a:prstGeom>
        </p:spPr>
        <p:txBody>
          <a:bodyPr vert="horz" wrap="square" lIns="0" tIns="12065" rIns="0" bIns="0" rtlCol="0">
            <a:spAutoFit/>
          </a:bodyPr>
          <a:lstStyle/>
          <a:p>
            <a:pPr marL="358775" marR="3264535">
              <a:lnSpc>
                <a:spcPct val="113300"/>
              </a:lnSpc>
              <a:spcBef>
                <a:spcPts val="95"/>
              </a:spcBef>
            </a:pPr>
            <a:r>
              <a:rPr sz="1600" dirty="0">
                <a:solidFill>
                  <a:srgbClr val="FFFFFF"/>
                </a:solidFill>
                <a:latin typeface="Trebuchet MS"/>
                <a:cs typeface="Trebuchet MS"/>
              </a:rPr>
              <a:t>Total</a:t>
            </a:r>
            <a:r>
              <a:rPr sz="1600" spc="40" dirty="0">
                <a:solidFill>
                  <a:srgbClr val="FFFFFF"/>
                </a:solidFill>
                <a:latin typeface="Trebuchet MS"/>
                <a:cs typeface="Trebuchet MS"/>
              </a:rPr>
              <a:t> </a:t>
            </a:r>
            <a:r>
              <a:rPr sz="1600" spc="45" dirty="0">
                <a:solidFill>
                  <a:srgbClr val="FFFFFF"/>
                </a:solidFill>
                <a:latin typeface="Trebuchet MS"/>
                <a:cs typeface="Trebuchet MS"/>
              </a:rPr>
              <a:t>Orders:</a:t>
            </a:r>
            <a:r>
              <a:rPr sz="1600" spc="40" dirty="0">
                <a:solidFill>
                  <a:srgbClr val="FFFFFF"/>
                </a:solidFill>
                <a:latin typeface="Trebuchet MS"/>
                <a:cs typeface="Trebuchet MS"/>
              </a:rPr>
              <a:t> </a:t>
            </a:r>
            <a:r>
              <a:rPr sz="1600" spc="90" dirty="0">
                <a:solidFill>
                  <a:srgbClr val="FFFFFF"/>
                </a:solidFill>
                <a:latin typeface="Trebuchet MS"/>
                <a:cs typeface="Trebuchet MS"/>
              </a:rPr>
              <a:t>50K </a:t>
            </a:r>
            <a:r>
              <a:rPr sz="1600" dirty="0">
                <a:solidFill>
                  <a:srgbClr val="FFFFFF"/>
                </a:solidFill>
                <a:latin typeface="Trebuchet MS"/>
                <a:cs typeface="Trebuchet MS"/>
              </a:rPr>
              <a:t>Total</a:t>
            </a:r>
            <a:r>
              <a:rPr sz="1600" spc="35" dirty="0">
                <a:solidFill>
                  <a:srgbClr val="FFFFFF"/>
                </a:solidFill>
                <a:latin typeface="Trebuchet MS"/>
                <a:cs typeface="Trebuchet MS"/>
              </a:rPr>
              <a:t> </a:t>
            </a:r>
            <a:r>
              <a:rPr sz="1600" spc="75" dirty="0">
                <a:solidFill>
                  <a:srgbClr val="FFFFFF"/>
                </a:solidFill>
                <a:latin typeface="Trebuchet MS"/>
                <a:cs typeface="Trebuchet MS"/>
              </a:rPr>
              <a:t>Quantity</a:t>
            </a:r>
            <a:r>
              <a:rPr sz="1600" spc="35" dirty="0">
                <a:solidFill>
                  <a:srgbClr val="FFFFFF"/>
                </a:solidFill>
                <a:latin typeface="Trebuchet MS"/>
                <a:cs typeface="Trebuchet MS"/>
              </a:rPr>
              <a:t> </a:t>
            </a:r>
            <a:r>
              <a:rPr sz="1600" spc="-20" dirty="0">
                <a:solidFill>
                  <a:srgbClr val="FFFFFF"/>
                </a:solidFill>
                <a:latin typeface="Trebuchet MS"/>
                <a:cs typeface="Trebuchet MS"/>
              </a:rPr>
              <a:t>Sold:</a:t>
            </a:r>
            <a:endParaRPr sz="1600">
              <a:latin typeface="Trebuchet MS"/>
              <a:cs typeface="Trebuchet MS"/>
            </a:endParaRPr>
          </a:p>
          <a:p>
            <a:pPr marL="358775" marR="2482215">
              <a:lnSpc>
                <a:spcPct val="113300"/>
              </a:lnSpc>
            </a:pPr>
            <a:r>
              <a:rPr sz="1600" dirty="0">
                <a:solidFill>
                  <a:srgbClr val="FFFFFF"/>
                </a:solidFill>
                <a:latin typeface="Trebuchet MS"/>
                <a:cs typeface="Trebuchet MS"/>
              </a:rPr>
              <a:t>Total</a:t>
            </a:r>
            <a:r>
              <a:rPr sz="1600" spc="40" dirty="0">
                <a:solidFill>
                  <a:srgbClr val="FFFFFF"/>
                </a:solidFill>
                <a:latin typeface="Trebuchet MS"/>
                <a:cs typeface="Trebuchet MS"/>
              </a:rPr>
              <a:t> </a:t>
            </a:r>
            <a:r>
              <a:rPr sz="1600" spc="60" dirty="0">
                <a:solidFill>
                  <a:srgbClr val="FFFFFF"/>
                </a:solidFill>
                <a:latin typeface="Trebuchet MS"/>
                <a:cs typeface="Trebuchet MS"/>
              </a:rPr>
              <a:t>Revenue:</a:t>
            </a:r>
            <a:r>
              <a:rPr sz="1600" spc="40" dirty="0">
                <a:solidFill>
                  <a:srgbClr val="FFFFFF"/>
                </a:solidFill>
                <a:latin typeface="Trebuchet MS"/>
                <a:cs typeface="Trebuchet MS"/>
              </a:rPr>
              <a:t> </a:t>
            </a:r>
            <a:r>
              <a:rPr sz="1600" spc="-10" dirty="0">
                <a:solidFill>
                  <a:srgbClr val="FFFFFF"/>
                </a:solidFill>
                <a:latin typeface="Trebuchet MS"/>
                <a:cs typeface="Trebuchet MS"/>
              </a:rPr>
              <a:t>126.06M </a:t>
            </a:r>
            <a:r>
              <a:rPr sz="1600" spc="90" dirty="0">
                <a:solidFill>
                  <a:srgbClr val="FFFFFF"/>
                </a:solidFill>
                <a:latin typeface="Trebuchet MS"/>
                <a:cs typeface="Trebuchet MS"/>
              </a:rPr>
              <a:t>Unique</a:t>
            </a:r>
            <a:r>
              <a:rPr sz="1600" spc="-30" dirty="0">
                <a:solidFill>
                  <a:srgbClr val="FFFFFF"/>
                </a:solidFill>
                <a:latin typeface="Trebuchet MS"/>
                <a:cs typeface="Trebuchet MS"/>
              </a:rPr>
              <a:t> </a:t>
            </a:r>
            <a:r>
              <a:rPr sz="1600" spc="95" dirty="0">
                <a:solidFill>
                  <a:srgbClr val="FFFFFF"/>
                </a:solidFill>
                <a:latin typeface="Trebuchet MS"/>
                <a:cs typeface="Trebuchet MS"/>
              </a:rPr>
              <a:t>Customers:</a:t>
            </a:r>
            <a:r>
              <a:rPr sz="1600" spc="-30" dirty="0">
                <a:solidFill>
                  <a:srgbClr val="FFFFFF"/>
                </a:solidFill>
                <a:latin typeface="Trebuchet MS"/>
                <a:cs typeface="Trebuchet MS"/>
              </a:rPr>
              <a:t> </a:t>
            </a:r>
            <a:r>
              <a:rPr sz="1600" spc="90" dirty="0">
                <a:solidFill>
                  <a:srgbClr val="FFFFFF"/>
                </a:solidFill>
                <a:latin typeface="Trebuchet MS"/>
                <a:cs typeface="Trebuchet MS"/>
              </a:rPr>
              <a:t>50K </a:t>
            </a:r>
            <a:r>
              <a:rPr sz="1600" spc="130" dirty="0">
                <a:solidFill>
                  <a:srgbClr val="FFFFFF"/>
                </a:solidFill>
                <a:latin typeface="Trebuchet MS"/>
                <a:cs typeface="Trebuchet MS"/>
              </a:rPr>
              <a:t>Average</a:t>
            </a:r>
            <a:r>
              <a:rPr sz="1600" spc="50" dirty="0">
                <a:solidFill>
                  <a:srgbClr val="FFFFFF"/>
                </a:solidFill>
                <a:latin typeface="Trebuchet MS"/>
                <a:cs typeface="Trebuchet MS"/>
              </a:rPr>
              <a:t> </a:t>
            </a:r>
            <a:r>
              <a:rPr sz="1600" spc="80" dirty="0">
                <a:solidFill>
                  <a:srgbClr val="FFFFFF"/>
                </a:solidFill>
                <a:latin typeface="Trebuchet MS"/>
                <a:cs typeface="Trebuchet MS"/>
              </a:rPr>
              <a:t>Order</a:t>
            </a:r>
            <a:r>
              <a:rPr sz="1600" spc="50" dirty="0">
                <a:solidFill>
                  <a:srgbClr val="FFFFFF"/>
                </a:solidFill>
                <a:latin typeface="Trebuchet MS"/>
                <a:cs typeface="Trebuchet MS"/>
              </a:rPr>
              <a:t> </a:t>
            </a:r>
            <a:r>
              <a:rPr sz="1600" dirty="0">
                <a:solidFill>
                  <a:srgbClr val="FFFFFF"/>
                </a:solidFill>
                <a:latin typeface="Trebuchet MS"/>
                <a:cs typeface="Trebuchet MS"/>
              </a:rPr>
              <a:t>Value:</a:t>
            </a:r>
            <a:r>
              <a:rPr sz="1600" spc="50" dirty="0">
                <a:solidFill>
                  <a:srgbClr val="FFFFFF"/>
                </a:solidFill>
                <a:latin typeface="Trebuchet MS"/>
                <a:cs typeface="Trebuchet MS"/>
              </a:rPr>
              <a:t> </a:t>
            </a:r>
            <a:r>
              <a:rPr sz="1600" spc="-20" dirty="0">
                <a:solidFill>
                  <a:srgbClr val="FFFFFF"/>
                </a:solidFill>
                <a:latin typeface="Trebuchet MS"/>
                <a:cs typeface="Trebuchet MS"/>
              </a:rPr>
              <a:t>2.52K</a:t>
            </a:r>
            <a:endParaRPr sz="1600">
              <a:latin typeface="Trebuchet MS"/>
              <a:cs typeface="Trebuchet MS"/>
            </a:endParaRPr>
          </a:p>
          <a:p>
            <a:pPr marL="358775">
              <a:lnSpc>
                <a:spcPct val="100000"/>
              </a:lnSpc>
              <a:spcBef>
                <a:spcPts val="254"/>
              </a:spcBef>
            </a:pPr>
            <a:r>
              <a:rPr sz="1600" spc="50" dirty="0">
                <a:solidFill>
                  <a:srgbClr val="FFFFFF"/>
                </a:solidFill>
                <a:latin typeface="Trebuchet MS"/>
                <a:cs typeface="Trebuchet MS"/>
              </a:rPr>
              <a:t>Interactive</a:t>
            </a:r>
            <a:r>
              <a:rPr sz="1600" spc="-45" dirty="0">
                <a:solidFill>
                  <a:srgbClr val="FFFFFF"/>
                </a:solidFill>
                <a:latin typeface="Trebuchet MS"/>
                <a:cs typeface="Trebuchet MS"/>
              </a:rPr>
              <a:t> </a:t>
            </a:r>
            <a:r>
              <a:rPr sz="1600" spc="-35" dirty="0">
                <a:solidFill>
                  <a:srgbClr val="FFFFFF"/>
                </a:solidFill>
                <a:latin typeface="Trebuchet MS"/>
                <a:cs typeface="Trebuchet MS"/>
              </a:rPr>
              <a:t>filters:</a:t>
            </a:r>
            <a:r>
              <a:rPr sz="1600" spc="-45" dirty="0">
                <a:solidFill>
                  <a:srgbClr val="FFFFFF"/>
                </a:solidFill>
                <a:latin typeface="Trebuchet MS"/>
                <a:cs typeface="Trebuchet MS"/>
              </a:rPr>
              <a:t> </a:t>
            </a:r>
            <a:r>
              <a:rPr sz="1600" spc="145" dirty="0">
                <a:solidFill>
                  <a:srgbClr val="FFFFFF"/>
                </a:solidFill>
                <a:latin typeface="Trebuchet MS"/>
                <a:cs typeface="Trebuchet MS"/>
              </a:rPr>
              <a:t>Shopping</a:t>
            </a:r>
            <a:r>
              <a:rPr sz="1600" spc="-45" dirty="0">
                <a:solidFill>
                  <a:srgbClr val="FFFFFF"/>
                </a:solidFill>
                <a:latin typeface="Trebuchet MS"/>
                <a:cs typeface="Trebuchet MS"/>
              </a:rPr>
              <a:t> </a:t>
            </a:r>
            <a:r>
              <a:rPr sz="1600" spc="75" dirty="0">
                <a:solidFill>
                  <a:srgbClr val="FFFFFF"/>
                </a:solidFill>
                <a:latin typeface="Trebuchet MS"/>
                <a:cs typeface="Trebuchet MS"/>
              </a:rPr>
              <a:t>Mall</a:t>
            </a:r>
            <a:r>
              <a:rPr sz="1600" spc="-45" dirty="0">
                <a:solidFill>
                  <a:srgbClr val="FFFFFF"/>
                </a:solidFill>
                <a:latin typeface="Trebuchet MS"/>
                <a:cs typeface="Trebuchet MS"/>
              </a:rPr>
              <a:t> </a:t>
            </a:r>
            <a:r>
              <a:rPr sz="1600" spc="55" dirty="0">
                <a:solidFill>
                  <a:srgbClr val="FFFFFF"/>
                </a:solidFill>
                <a:latin typeface="Trebuchet MS"/>
                <a:cs typeface="Trebuchet MS"/>
              </a:rPr>
              <a:t>&amp;</a:t>
            </a:r>
            <a:r>
              <a:rPr sz="1600" spc="-45" dirty="0">
                <a:solidFill>
                  <a:srgbClr val="FFFFFF"/>
                </a:solidFill>
                <a:latin typeface="Trebuchet MS"/>
                <a:cs typeface="Trebuchet MS"/>
              </a:rPr>
              <a:t> </a:t>
            </a:r>
            <a:r>
              <a:rPr sz="1600" spc="125" dirty="0">
                <a:solidFill>
                  <a:srgbClr val="FFFFFF"/>
                </a:solidFill>
                <a:latin typeface="Trebuchet MS"/>
                <a:cs typeface="Trebuchet MS"/>
              </a:rPr>
              <a:t>Payment</a:t>
            </a:r>
            <a:r>
              <a:rPr sz="1600" spc="-45" dirty="0">
                <a:solidFill>
                  <a:srgbClr val="FFFFFF"/>
                </a:solidFill>
                <a:latin typeface="Trebuchet MS"/>
                <a:cs typeface="Trebuchet MS"/>
              </a:rPr>
              <a:t> </a:t>
            </a:r>
            <a:r>
              <a:rPr sz="1600" spc="114" dirty="0">
                <a:solidFill>
                  <a:srgbClr val="FFFFFF"/>
                </a:solidFill>
                <a:latin typeface="Trebuchet MS"/>
                <a:cs typeface="Trebuchet MS"/>
              </a:rPr>
              <a:t>Method</a:t>
            </a:r>
            <a:endParaRPr sz="1600">
              <a:latin typeface="Trebuchet MS"/>
              <a:cs typeface="Trebuchet MS"/>
            </a:endParaRPr>
          </a:p>
          <a:p>
            <a:pPr>
              <a:lnSpc>
                <a:spcPct val="100000"/>
              </a:lnSpc>
              <a:spcBef>
                <a:spcPts val="575"/>
              </a:spcBef>
            </a:pPr>
            <a:endParaRPr sz="1600">
              <a:latin typeface="Trebuchet MS"/>
              <a:cs typeface="Trebuchet MS"/>
            </a:endParaRPr>
          </a:p>
          <a:p>
            <a:pPr marL="12700">
              <a:lnSpc>
                <a:spcPct val="100000"/>
              </a:lnSpc>
            </a:pPr>
            <a:r>
              <a:rPr sz="1600" b="1" dirty="0">
                <a:solidFill>
                  <a:srgbClr val="FFFFFF"/>
                </a:solidFill>
                <a:latin typeface="Arial"/>
                <a:cs typeface="Arial"/>
              </a:rPr>
              <a:t>Business</a:t>
            </a:r>
            <a:r>
              <a:rPr sz="1600" b="1" spc="70" dirty="0">
                <a:solidFill>
                  <a:srgbClr val="FFFFFF"/>
                </a:solidFill>
                <a:latin typeface="Arial"/>
                <a:cs typeface="Arial"/>
              </a:rPr>
              <a:t> </a:t>
            </a:r>
            <a:r>
              <a:rPr sz="1600" b="1" spc="50" dirty="0">
                <a:solidFill>
                  <a:srgbClr val="FFFFFF"/>
                </a:solidFill>
                <a:latin typeface="Arial"/>
                <a:cs typeface="Arial"/>
              </a:rPr>
              <a:t>Insight</a:t>
            </a:r>
            <a:endParaRPr sz="1600">
              <a:latin typeface="Arial"/>
              <a:cs typeface="Arial"/>
            </a:endParaRPr>
          </a:p>
        </p:txBody>
      </p:sp>
      <p:grpSp>
        <p:nvGrpSpPr>
          <p:cNvPr id="16" name="object 16"/>
          <p:cNvGrpSpPr/>
          <p:nvPr/>
        </p:nvGrpSpPr>
        <p:grpSpPr>
          <a:xfrm>
            <a:off x="12549418" y="6535469"/>
            <a:ext cx="66675" cy="3105150"/>
            <a:chOff x="12549418" y="6535469"/>
            <a:chExt cx="66675" cy="3105150"/>
          </a:xfrm>
        </p:grpSpPr>
        <p:pic>
          <p:nvPicPr>
            <p:cNvPr id="17" name="object 17"/>
            <p:cNvPicPr/>
            <p:nvPr/>
          </p:nvPicPr>
          <p:blipFill>
            <a:blip r:embed="rId5" cstate="print"/>
            <a:stretch>
              <a:fillRect/>
            </a:stretch>
          </p:blipFill>
          <p:spPr>
            <a:xfrm>
              <a:off x="12549418" y="6535469"/>
              <a:ext cx="66675" cy="66674"/>
            </a:xfrm>
            <a:prstGeom prst="rect">
              <a:avLst/>
            </a:prstGeom>
          </p:spPr>
        </p:pic>
        <p:pic>
          <p:nvPicPr>
            <p:cNvPr id="18" name="object 18"/>
            <p:cNvPicPr/>
            <p:nvPr/>
          </p:nvPicPr>
          <p:blipFill>
            <a:blip r:embed="rId5" cstate="print"/>
            <a:stretch>
              <a:fillRect/>
            </a:stretch>
          </p:blipFill>
          <p:spPr>
            <a:xfrm>
              <a:off x="12549418" y="7916594"/>
              <a:ext cx="66675" cy="66674"/>
            </a:xfrm>
            <a:prstGeom prst="rect">
              <a:avLst/>
            </a:prstGeom>
          </p:spPr>
        </p:pic>
        <p:pic>
          <p:nvPicPr>
            <p:cNvPr id="19" name="object 19"/>
            <p:cNvPicPr/>
            <p:nvPr/>
          </p:nvPicPr>
          <p:blipFill>
            <a:blip r:embed="rId5" cstate="print"/>
            <a:stretch>
              <a:fillRect/>
            </a:stretch>
          </p:blipFill>
          <p:spPr>
            <a:xfrm>
              <a:off x="12549418" y="8469044"/>
              <a:ext cx="66675" cy="66674"/>
            </a:xfrm>
            <a:prstGeom prst="rect">
              <a:avLst/>
            </a:prstGeom>
          </p:spPr>
        </p:pic>
        <p:pic>
          <p:nvPicPr>
            <p:cNvPr id="20" name="object 20"/>
            <p:cNvPicPr/>
            <p:nvPr/>
          </p:nvPicPr>
          <p:blipFill>
            <a:blip r:embed="rId5" cstate="print"/>
            <a:stretch>
              <a:fillRect/>
            </a:stretch>
          </p:blipFill>
          <p:spPr>
            <a:xfrm>
              <a:off x="12549418" y="9021494"/>
              <a:ext cx="66675" cy="66674"/>
            </a:xfrm>
            <a:prstGeom prst="rect">
              <a:avLst/>
            </a:prstGeom>
          </p:spPr>
        </p:pic>
        <p:pic>
          <p:nvPicPr>
            <p:cNvPr id="21" name="object 21"/>
            <p:cNvPicPr/>
            <p:nvPr/>
          </p:nvPicPr>
          <p:blipFill>
            <a:blip r:embed="rId5" cstate="print"/>
            <a:stretch>
              <a:fillRect/>
            </a:stretch>
          </p:blipFill>
          <p:spPr>
            <a:xfrm>
              <a:off x="12549418" y="9573944"/>
              <a:ext cx="66675" cy="66674"/>
            </a:xfrm>
            <a:prstGeom prst="rect">
              <a:avLst/>
            </a:prstGeom>
          </p:spPr>
        </p:pic>
      </p:grpSp>
      <p:sp>
        <p:nvSpPr>
          <p:cNvPr id="22" name="object 22"/>
          <p:cNvSpPr txBox="1"/>
          <p:nvPr/>
        </p:nvSpPr>
        <p:spPr>
          <a:xfrm>
            <a:off x="12740017" y="6392048"/>
            <a:ext cx="5309235" cy="3616325"/>
          </a:xfrm>
          <a:prstGeom prst="rect">
            <a:avLst/>
          </a:prstGeom>
        </p:spPr>
        <p:txBody>
          <a:bodyPr vert="horz" wrap="square" lIns="0" tIns="12065" rIns="0" bIns="0" rtlCol="0">
            <a:spAutoFit/>
          </a:bodyPr>
          <a:lstStyle/>
          <a:p>
            <a:pPr marL="12700" marR="11430">
              <a:lnSpc>
                <a:spcPct val="113300"/>
              </a:lnSpc>
              <a:spcBef>
                <a:spcPts val="95"/>
              </a:spcBef>
            </a:pPr>
            <a:r>
              <a:rPr sz="1600" spc="60" dirty="0">
                <a:solidFill>
                  <a:srgbClr val="FFFFFF"/>
                </a:solidFill>
                <a:latin typeface="Trebuchet MS"/>
                <a:cs typeface="Trebuchet MS"/>
              </a:rPr>
              <a:t>The</a:t>
            </a:r>
            <a:r>
              <a:rPr sz="1600" spc="-40" dirty="0">
                <a:solidFill>
                  <a:srgbClr val="FFFFFF"/>
                </a:solidFill>
                <a:latin typeface="Trebuchet MS"/>
                <a:cs typeface="Trebuchet MS"/>
              </a:rPr>
              <a:t> </a:t>
            </a:r>
            <a:r>
              <a:rPr sz="1600" spc="165" dirty="0">
                <a:solidFill>
                  <a:srgbClr val="FFFFFF"/>
                </a:solidFill>
                <a:latin typeface="Trebuchet MS"/>
                <a:cs typeface="Trebuchet MS"/>
              </a:rPr>
              <a:t>dashboard</a:t>
            </a:r>
            <a:r>
              <a:rPr sz="1600" spc="-35" dirty="0">
                <a:solidFill>
                  <a:srgbClr val="FFFFFF"/>
                </a:solidFill>
                <a:latin typeface="Trebuchet MS"/>
                <a:cs typeface="Trebuchet MS"/>
              </a:rPr>
              <a:t> </a:t>
            </a:r>
            <a:r>
              <a:rPr sz="1600" spc="100" dirty="0">
                <a:solidFill>
                  <a:srgbClr val="FFFFFF"/>
                </a:solidFill>
                <a:latin typeface="Trebuchet MS"/>
                <a:cs typeface="Trebuchet MS"/>
              </a:rPr>
              <a:t>provides</a:t>
            </a:r>
            <a:r>
              <a:rPr sz="1600" spc="-40" dirty="0">
                <a:solidFill>
                  <a:srgbClr val="FFFFFF"/>
                </a:solidFill>
                <a:latin typeface="Trebuchet MS"/>
                <a:cs typeface="Trebuchet MS"/>
              </a:rPr>
              <a:t> </a:t>
            </a:r>
            <a:r>
              <a:rPr sz="1600" spc="240" dirty="0">
                <a:solidFill>
                  <a:srgbClr val="FFFFFF"/>
                </a:solidFill>
                <a:latin typeface="Trebuchet MS"/>
                <a:cs typeface="Trebuchet MS"/>
              </a:rPr>
              <a:t>a</a:t>
            </a:r>
            <a:r>
              <a:rPr sz="1600" spc="-35" dirty="0">
                <a:solidFill>
                  <a:srgbClr val="FFFFFF"/>
                </a:solidFill>
                <a:latin typeface="Trebuchet MS"/>
                <a:cs typeface="Trebuchet MS"/>
              </a:rPr>
              <a:t> </a:t>
            </a:r>
            <a:r>
              <a:rPr sz="1600" spc="120" dirty="0">
                <a:solidFill>
                  <a:srgbClr val="FFFFFF"/>
                </a:solidFill>
                <a:latin typeface="Trebuchet MS"/>
                <a:cs typeface="Trebuchet MS"/>
              </a:rPr>
              <a:t>comprehensive</a:t>
            </a:r>
            <a:r>
              <a:rPr sz="1600" spc="-40" dirty="0">
                <a:solidFill>
                  <a:srgbClr val="FFFFFF"/>
                </a:solidFill>
                <a:latin typeface="Trebuchet MS"/>
                <a:cs typeface="Trebuchet MS"/>
              </a:rPr>
              <a:t> </a:t>
            </a:r>
            <a:r>
              <a:rPr sz="1600" spc="60" dirty="0">
                <a:solidFill>
                  <a:srgbClr val="FFFFFF"/>
                </a:solidFill>
                <a:latin typeface="Trebuchet MS"/>
                <a:cs typeface="Trebuchet MS"/>
              </a:rPr>
              <a:t>overview </a:t>
            </a:r>
            <a:r>
              <a:rPr sz="1600" dirty="0">
                <a:solidFill>
                  <a:srgbClr val="FFFFFF"/>
                </a:solidFill>
                <a:latin typeface="Trebuchet MS"/>
                <a:cs typeface="Trebuchet MS"/>
              </a:rPr>
              <a:t>of</a:t>
            </a:r>
            <a:r>
              <a:rPr sz="1600" spc="-25" dirty="0">
                <a:solidFill>
                  <a:srgbClr val="FFFFFF"/>
                </a:solidFill>
                <a:latin typeface="Trebuchet MS"/>
                <a:cs typeface="Trebuchet MS"/>
              </a:rPr>
              <a:t> </a:t>
            </a:r>
            <a:r>
              <a:rPr sz="1600" spc="65" dirty="0">
                <a:solidFill>
                  <a:srgbClr val="FFFFFF"/>
                </a:solidFill>
                <a:latin typeface="Trebuchet MS"/>
                <a:cs typeface="Trebuchet MS"/>
              </a:rPr>
              <a:t>the</a:t>
            </a:r>
            <a:r>
              <a:rPr sz="1600" spc="-20" dirty="0">
                <a:solidFill>
                  <a:srgbClr val="FFFFFF"/>
                </a:solidFill>
                <a:latin typeface="Trebuchet MS"/>
                <a:cs typeface="Trebuchet MS"/>
              </a:rPr>
              <a:t> </a:t>
            </a:r>
            <a:r>
              <a:rPr sz="1600" spc="55" dirty="0">
                <a:solidFill>
                  <a:srgbClr val="FFFFFF"/>
                </a:solidFill>
                <a:latin typeface="Trebuchet MS"/>
                <a:cs typeface="Trebuchet MS"/>
              </a:rPr>
              <a:t>overall</a:t>
            </a:r>
            <a:r>
              <a:rPr sz="1600" spc="-25" dirty="0">
                <a:solidFill>
                  <a:srgbClr val="FFFFFF"/>
                </a:solidFill>
                <a:latin typeface="Trebuchet MS"/>
                <a:cs typeface="Trebuchet MS"/>
              </a:rPr>
              <a:t> </a:t>
            </a:r>
            <a:r>
              <a:rPr sz="1600" spc="130" dirty="0">
                <a:solidFill>
                  <a:srgbClr val="FFFFFF"/>
                </a:solidFill>
                <a:latin typeface="Trebuchet MS"/>
                <a:cs typeface="Trebuchet MS"/>
              </a:rPr>
              <a:t>business</a:t>
            </a:r>
            <a:r>
              <a:rPr sz="1600" spc="-20" dirty="0">
                <a:solidFill>
                  <a:srgbClr val="FFFFFF"/>
                </a:solidFill>
                <a:latin typeface="Trebuchet MS"/>
                <a:cs typeface="Trebuchet MS"/>
              </a:rPr>
              <a:t> </a:t>
            </a:r>
            <a:r>
              <a:rPr sz="1600" spc="80" dirty="0">
                <a:solidFill>
                  <a:srgbClr val="FFFFFF"/>
                </a:solidFill>
                <a:latin typeface="Trebuchet MS"/>
                <a:cs typeface="Trebuchet MS"/>
              </a:rPr>
              <a:t>performance,</a:t>
            </a:r>
            <a:r>
              <a:rPr sz="1600" spc="-25" dirty="0">
                <a:solidFill>
                  <a:srgbClr val="FFFFFF"/>
                </a:solidFill>
                <a:latin typeface="Trebuchet MS"/>
                <a:cs typeface="Trebuchet MS"/>
              </a:rPr>
              <a:t> </a:t>
            </a:r>
            <a:r>
              <a:rPr sz="1600" spc="90" dirty="0">
                <a:solidFill>
                  <a:srgbClr val="FFFFFF"/>
                </a:solidFill>
                <a:latin typeface="Trebuchet MS"/>
                <a:cs typeface="Trebuchet MS"/>
              </a:rPr>
              <a:t>helping stakeholders</a:t>
            </a:r>
            <a:r>
              <a:rPr sz="1600" spc="-35" dirty="0">
                <a:solidFill>
                  <a:srgbClr val="FFFFFF"/>
                </a:solidFill>
                <a:latin typeface="Trebuchet MS"/>
                <a:cs typeface="Trebuchet MS"/>
              </a:rPr>
              <a:t> </a:t>
            </a:r>
            <a:r>
              <a:rPr sz="1600" spc="80" dirty="0">
                <a:solidFill>
                  <a:srgbClr val="FFFFFF"/>
                </a:solidFill>
                <a:latin typeface="Trebuchet MS"/>
                <a:cs typeface="Trebuchet MS"/>
              </a:rPr>
              <a:t>monitor</a:t>
            </a:r>
            <a:r>
              <a:rPr sz="1600" spc="-30" dirty="0">
                <a:solidFill>
                  <a:srgbClr val="FFFFFF"/>
                </a:solidFill>
                <a:latin typeface="Trebuchet MS"/>
                <a:cs typeface="Trebuchet MS"/>
              </a:rPr>
              <a:t> </a:t>
            </a:r>
            <a:r>
              <a:rPr sz="1600" spc="50" dirty="0">
                <a:solidFill>
                  <a:srgbClr val="FFFFFF"/>
                </a:solidFill>
                <a:latin typeface="Trebuchet MS"/>
                <a:cs typeface="Trebuchet MS"/>
              </a:rPr>
              <a:t>revenue,</a:t>
            </a:r>
            <a:r>
              <a:rPr sz="1600" spc="-30" dirty="0">
                <a:solidFill>
                  <a:srgbClr val="FFFFFF"/>
                </a:solidFill>
                <a:latin typeface="Trebuchet MS"/>
                <a:cs typeface="Trebuchet MS"/>
              </a:rPr>
              <a:t> </a:t>
            </a:r>
            <a:r>
              <a:rPr sz="1600" spc="120" dirty="0">
                <a:solidFill>
                  <a:srgbClr val="FFFFFF"/>
                </a:solidFill>
                <a:latin typeface="Trebuchet MS"/>
                <a:cs typeface="Trebuchet MS"/>
              </a:rPr>
              <a:t>customer</a:t>
            </a:r>
            <a:r>
              <a:rPr sz="1600" spc="-35" dirty="0">
                <a:solidFill>
                  <a:srgbClr val="FFFFFF"/>
                </a:solidFill>
                <a:latin typeface="Trebuchet MS"/>
                <a:cs typeface="Trebuchet MS"/>
              </a:rPr>
              <a:t> </a:t>
            </a:r>
            <a:r>
              <a:rPr sz="1600" spc="55" dirty="0">
                <a:solidFill>
                  <a:srgbClr val="FFFFFF"/>
                </a:solidFill>
                <a:latin typeface="Trebuchet MS"/>
                <a:cs typeface="Trebuchet MS"/>
              </a:rPr>
              <a:t>behaviour, </a:t>
            </a:r>
            <a:r>
              <a:rPr sz="1600" spc="105" dirty="0">
                <a:solidFill>
                  <a:srgbClr val="FFFFFF"/>
                </a:solidFill>
                <a:latin typeface="Trebuchet MS"/>
                <a:cs typeface="Trebuchet MS"/>
              </a:rPr>
              <a:t>product</a:t>
            </a:r>
            <a:r>
              <a:rPr sz="1600" spc="-45" dirty="0">
                <a:solidFill>
                  <a:srgbClr val="FFFFFF"/>
                </a:solidFill>
                <a:latin typeface="Trebuchet MS"/>
                <a:cs typeface="Trebuchet MS"/>
              </a:rPr>
              <a:t> </a:t>
            </a:r>
            <a:r>
              <a:rPr sz="1600" spc="55" dirty="0">
                <a:solidFill>
                  <a:srgbClr val="FFFFFF"/>
                </a:solidFill>
                <a:latin typeface="Trebuchet MS"/>
                <a:cs typeface="Trebuchet MS"/>
              </a:rPr>
              <a:t>sales,</a:t>
            </a:r>
            <a:r>
              <a:rPr sz="1600" spc="-40" dirty="0">
                <a:solidFill>
                  <a:srgbClr val="FFFFFF"/>
                </a:solidFill>
                <a:latin typeface="Trebuchet MS"/>
                <a:cs typeface="Trebuchet MS"/>
              </a:rPr>
              <a:t> </a:t>
            </a:r>
            <a:r>
              <a:rPr sz="1600" spc="190" dirty="0">
                <a:solidFill>
                  <a:srgbClr val="FFFFFF"/>
                </a:solidFill>
                <a:latin typeface="Trebuchet MS"/>
                <a:cs typeface="Trebuchet MS"/>
              </a:rPr>
              <a:t>and</a:t>
            </a:r>
            <a:r>
              <a:rPr sz="1600" spc="-40" dirty="0">
                <a:solidFill>
                  <a:srgbClr val="FFFFFF"/>
                </a:solidFill>
                <a:latin typeface="Trebuchet MS"/>
                <a:cs typeface="Trebuchet MS"/>
              </a:rPr>
              <a:t> </a:t>
            </a:r>
            <a:r>
              <a:rPr sz="1600" spc="130" dirty="0">
                <a:solidFill>
                  <a:srgbClr val="FFFFFF"/>
                </a:solidFill>
                <a:latin typeface="Trebuchet MS"/>
                <a:cs typeface="Trebuchet MS"/>
              </a:rPr>
              <a:t>business</a:t>
            </a:r>
            <a:r>
              <a:rPr sz="1600" spc="-40" dirty="0">
                <a:solidFill>
                  <a:srgbClr val="FFFFFF"/>
                </a:solidFill>
                <a:latin typeface="Trebuchet MS"/>
                <a:cs typeface="Trebuchet MS"/>
              </a:rPr>
              <a:t> </a:t>
            </a:r>
            <a:r>
              <a:rPr sz="1600" spc="95" dirty="0">
                <a:solidFill>
                  <a:srgbClr val="FFFFFF"/>
                </a:solidFill>
                <a:latin typeface="Trebuchet MS"/>
                <a:cs typeface="Trebuchet MS"/>
              </a:rPr>
              <a:t>growth</a:t>
            </a:r>
            <a:r>
              <a:rPr sz="1600" spc="-40" dirty="0">
                <a:solidFill>
                  <a:srgbClr val="FFFFFF"/>
                </a:solidFill>
                <a:latin typeface="Trebuchet MS"/>
                <a:cs typeface="Trebuchet MS"/>
              </a:rPr>
              <a:t> </a:t>
            </a:r>
            <a:r>
              <a:rPr sz="1600" spc="145" dirty="0">
                <a:solidFill>
                  <a:srgbClr val="FFFFFF"/>
                </a:solidFill>
                <a:latin typeface="Trebuchet MS"/>
                <a:cs typeface="Trebuchet MS"/>
              </a:rPr>
              <a:t>across</a:t>
            </a:r>
            <a:r>
              <a:rPr sz="1600" spc="-40" dirty="0">
                <a:solidFill>
                  <a:srgbClr val="FFFFFF"/>
                </a:solidFill>
                <a:latin typeface="Trebuchet MS"/>
                <a:cs typeface="Trebuchet MS"/>
              </a:rPr>
              <a:t> </a:t>
            </a:r>
            <a:r>
              <a:rPr sz="1600" spc="40" dirty="0">
                <a:solidFill>
                  <a:srgbClr val="FFFFFF"/>
                </a:solidFill>
                <a:latin typeface="Trebuchet MS"/>
                <a:cs typeface="Trebuchet MS"/>
              </a:rPr>
              <a:t>the </a:t>
            </a:r>
            <a:r>
              <a:rPr sz="1600" spc="110" dirty="0">
                <a:solidFill>
                  <a:srgbClr val="FFFFFF"/>
                </a:solidFill>
                <a:latin typeface="Trebuchet MS"/>
                <a:cs typeface="Trebuchet MS"/>
              </a:rPr>
              <a:t>complete</a:t>
            </a:r>
            <a:r>
              <a:rPr sz="1600" spc="-35" dirty="0">
                <a:solidFill>
                  <a:srgbClr val="FFFFFF"/>
                </a:solidFill>
                <a:latin typeface="Trebuchet MS"/>
                <a:cs typeface="Trebuchet MS"/>
              </a:rPr>
              <a:t> </a:t>
            </a:r>
            <a:r>
              <a:rPr sz="1600" spc="60" dirty="0">
                <a:solidFill>
                  <a:srgbClr val="FFFFFF"/>
                </a:solidFill>
                <a:latin typeface="Trebuchet MS"/>
                <a:cs typeface="Trebuchet MS"/>
              </a:rPr>
              <a:t>dataset.</a:t>
            </a:r>
            <a:endParaRPr sz="1600">
              <a:latin typeface="Trebuchet MS"/>
              <a:cs typeface="Trebuchet MS"/>
            </a:endParaRPr>
          </a:p>
          <a:p>
            <a:pPr marL="12700" marR="5080">
              <a:lnSpc>
                <a:spcPct val="113300"/>
              </a:lnSpc>
            </a:pPr>
            <a:r>
              <a:rPr sz="1600" spc="105" dirty="0">
                <a:solidFill>
                  <a:srgbClr val="FFFFFF"/>
                </a:solidFill>
                <a:latin typeface="Trebuchet MS"/>
                <a:cs typeface="Trebuchet MS"/>
              </a:rPr>
              <a:t>Female</a:t>
            </a:r>
            <a:r>
              <a:rPr sz="1600" spc="-30" dirty="0">
                <a:solidFill>
                  <a:srgbClr val="FFFFFF"/>
                </a:solidFill>
                <a:latin typeface="Trebuchet MS"/>
                <a:cs typeface="Trebuchet MS"/>
              </a:rPr>
              <a:t> </a:t>
            </a:r>
            <a:r>
              <a:rPr sz="1600" spc="125" dirty="0">
                <a:solidFill>
                  <a:srgbClr val="FFFFFF"/>
                </a:solidFill>
                <a:latin typeface="Trebuchet MS"/>
                <a:cs typeface="Trebuchet MS"/>
              </a:rPr>
              <a:t>customers</a:t>
            </a:r>
            <a:r>
              <a:rPr sz="1600" spc="-30" dirty="0">
                <a:solidFill>
                  <a:srgbClr val="FFFFFF"/>
                </a:solidFill>
                <a:latin typeface="Trebuchet MS"/>
                <a:cs typeface="Trebuchet MS"/>
              </a:rPr>
              <a:t> </a:t>
            </a:r>
            <a:r>
              <a:rPr sz="1600" spc="75" dirty="0">
                <a:solidFill>
                  <a:srgbClr val="FFFFFF"/>
                </a:solidFill>
                <a:latin typeface="Trebuchet MS"/>
                <a:cs typeface="Trebuchet MS"/>
              </a:rPr>
              <a:t>contributed</a:t>
            </a:r>
            <a:r>
              <a:rPr sz="1600" spc="-30" dirty="0">
                <a:solidFill>
                  <a:srgbClr val="FFFFFF"/>
                </a:solidFill>
                <a:latin typeface="Trebuchet MS"/>
                <a:cs typeface="Trebuchet MS"/>
              </a:rPr>
              <a:t> </a:t>
            </a:r>
            <a:r>
              <a:rPr sz="1600" spc="55" dirty="0">
                <a:solidFill>
                  <a:srgbClr val="FFFFFF"/>
                </a:solidFill>
                <a:latin typeface="Trebuchet MS"/>
                <a:cs typeface="Trebuchet MS"/>
              </a:rPr>
              <a:t>overall</a:t>
            </a:r>
            <a:r>
              <a:rPr sz="1600" spc="-25" dirty="0">
                <a:solidFill>
                  <a:srgbClr val="FFFFFF"/>
                </a:solidFill>
                <a:latin typeface="Trebuchet MS"/>
                <a:cs typeface="Trebuchet MS"/>
              </a:rPr>
              <a:t> </a:t>
            </a:r>
            <a:r>
              <a:rPr sz="1600" spc="95" dirty="0">
                <a:solidFill>
                  <a:srgbClr val="FFFFFF"/>
                </a:solidFill>
                <a:latin typeface="Trebuchet MS"/>
                <a:cs typeface="Trebuchet MS"/>
              </a:rPr>
              <a:t>revenue</a:t>
            </a:r>
            <a:r>
              <a:rPr sz="1600" spc="-30" dirty="0">
                <a:solidFill>
                  <a:srgbClr val="FFFFFF"/>
                </a:solidFill>
                <a:latin typeface="Trebuchet MS"/>
                <a:cs typeface="Trebuchet MS"/>
              </a:rPr>
              <a:t> </a:t>
            </a:r>
            <a:r>
              <a:rPr sz="1600" spc="95" dirty="0">
                <a:solidFill>
                  <a:srgbClr val="FFFFFF"/>
                </a:solidFill>
                <a:latin typeface="Trebuchet MS"/>
                <a:cs typeface="Trebuchet MS"/>
              </a:rPr>
              <a:t>than </a:t>
            </a:r>
            <a:r>
              <a:rPr sz="1600" spc="140" dirty="0">
                <a:solidFill>
                  <a:srgbClr val="FFFFFF"/>
                </a:solidFill>
                <a:latin typeface="Trebuchet MS"/>
                <a:cs typeface="Trebuchet MS"/>
              </a:rPr>
              <a:t>male</a:t>
            </a:r>
            <a:r>
              <a:rPr sz="1600" spc="-40" dirty="0">
                <a:solidFill>
                  <a:srgbClr val="FFFFFF"/>
                </a:solidFill>
                <a:latin typeface="Trebuchet MS"/>
                <a:cs typeface="Trebuchet MS"/>
              </a:rPr>
              <a:t> </a:t>
            </a:r>
            <a:r>
              <a:rPr sz="1600" spc="75" dirty="0">
                <a:solidFill>
                  <a:srgbClr val="FFFFFF"/>
                </a:solidFill>
                <a:latin typeface="Trebuchet MS"/>
                <a:cs typeface="Trebuchet MS"/>
              </a:rPr>
              <a:t>customers.</a:t>
            </a:r>
            <a:endParaRPr sz="1600">
              <a:latin typeface="Trebuchet MS"/>
              <a:cs typeface="Trebuchet MS"/>
            </a:endParaRPr>
          </a:p>
          <a:p>
            <a:pPr marL="12700" marR="688975">
              <a:lnSpc>
                <a:spcPct val="113300"/>
              </a:lnSpc>
            </a:pPr>
            <a:r>
              <a:rPr sz="1600" spc="95" dirty="0">
                <a:solidFill>
                  <a:srgbClr val="FFFFFF"/>
                </a:solidFill>
                <a:latin typeface="Trebuchet MS"/>
                <a:cs typeface="Trebuchet MS"/>
              </a:rPr>
              <a:t>Clothing</a:t>
            </a:r>
            <a:r>
              <a:rPr sz="1600" spc="-50" dirty="0">
                <a:solidFill>
                  <a:srgbClr val="FFFFFF"/>
                </a:solidFill>
                <a:latin typeface="Trebuchet MS"/>
                <a:cs typeface="Trebuchet MS"/>
              </a:rPr>
              <a:t> </a:t>
            </a:r>
            <a:r>
              <a:rPr sz="1600" spc="150" dirty="0">
                <a:solidFill>
                  <a:srgbClr val="FFFFFF"/>
                </a:solidFill>
                <a:latin typeface="Trebuchet MS"/>
                <a:cs typeface="Trebuchet MS"/>
              </a:rPr>
              <a:t>emerged</a:t>
            </a:r>
            <a:r>
              <a:rPr sz="1600" spc="-45" dirty="0">
                <a:solidFill>
                  <a:srgbClr val="FFFFFF"/>
                </a:solidFill>
                <a:latin typeface="Trebuchet MS"/>
                <a:cs typeface="Trebuchet MS"/>
              </a:rPr>
              <a:t> </a:t>
            </a:r>
            <a:r>
              <a:rPr sz="1600" spc="204" dirty="0">
                <a:solidFill>
                  <a:srgbClr val="FFFFFF"/>
                </a:solidFill>
                <a:latin typeface="Trebuchet MS"/>
                <a:cs typeface="Trebuchet MS"/>
              </a:rPr>
              <a:t>as</a:t>
            </a:r>
            <a:r>
              <a:rPr sz="1600" spc="-50" dirty="0">
                <a:solidFill>
                  <a:srgbClr val="FFFFFF"/>
                </a:solidFill>
                <a:latin typeface="Trebuchet MS"/>
                <a:cs typeface="Trebuchet MS"/>
              </a:rPr>
              <a:t> </a:t>
            </a:r>
            <a:r>
              <a:rPr sz="1600" spc="65" dirty="0">
                <a:solidFill>
                  <a:srgbClr val="FFFFFF"/>
                </a:solidFill>
                <a:latin typeface="Trebuchet MS"/>
                <a:cs typeface="Trebuchet MS"/>
              </a:rPr>
              <a:t>the</a:t>
            </a:r>
            <a:r>
              <a:rPr sz="1600" spc="-45" dirty="0">
                <a:solidFill>
                  <a:srgbClr val="FFFFFF"/>
                </a:solidFill>
                <a:latin typeface="Trebuchet MS"/>
                <a:cs typeface="Trebuchet MS"/>
              </a:rPr>
              <a:t> </a:t>
            </a:r>
            <a:r>
              <a:rPr sz="1600" spc="125" dirty="0">
                <a:solidFill>
                  <a:srgbClr val="FFFFFF"/>
                </a:solidFill>
                <a:latin typeface="Trebuchet MS"/>
                <a:cs typeface="Trebuchet MS"/>
              </a:rPr>
              <a:t>highest-</a:t>
            </a:r>
            <a:r>
              <a:rPr sz="1600" spc="85" dirty="0">
                <a:solidFill>
                  <a:srgbClr val="FFFFFF"/>
                </a:solidFill>
                <a:latin typeface="Trebuchet MS"/>
                <a:cs typeface="Trebuchet MS"/>
              </a:rPr>
              <a:t>performing </a:t>
            </a:r>
            <a:r>
              <a:rPr sz="1600" spc="105" dirty="0">
                <a:solidFill>
                  <a:srgbClr val="FFFFFF"/>
                </a:solidFill>
                <a:latin typeface="Trebuchet MS"/>
                <a:cs typeface="Trebuchet MS"/>
              </a:rPr>
              <a:t>product</a:t>
            </a:r>
            <a:r>
              <a:rPr sz="1600" spc="-20" dirty="0">
                <a:solidFill>
                  <a:srgbClr val="FFFFFF"/>
                </a:solidFill>
                <a:latin typeface="Trebuchet MS"/>
                <a:cs typeface="Trebuchet MS"/>
              </a:rPr>
              <a:t> </a:t>
            </a:r>
            <a:r>
              <a:rPr sz="1600" spc="120" dirty="0">
                <a:solidFill>
                  <a:srgbClr val="FFFFFF"/>
                </a:solidFill>
                <a:latin typeface="Trebuchet MS"/>
                <a:cs typeface="Trebuchet MS"/>
              </a:rPr>
              <a:t>category</a:t>
            </a:r>
            <a:r>
              <a:rPr sz="1600" spc="-20" dirty="0">
                <a:solidFill>
                  <a:srgbClr val="FFFFFF"/>
                </a:solidFill>
                <a:latin typeface="Trebuchet MS"/>
                <a:cs typeface="Trebuchet MS"/>
              </a:rPr>
              <a:t> </a:t>
            </a:r>
            <a:r>
              <a:rPr sz="1600" dirty="0">
                <a:solidFill>
                  <a:srgbClr val="FFFFFF"/>
                </a:solidFill>
                <a:latin typeface="Trebuchet MS"/>
                <a:cs typeface="Trebuchet MS"/>
              </a:rPr>
              <a:t>in</a:t>
            </a:r>
            <a:r>
              <a:rPr sz="1600" spc="-15" dirty="0">
                <a:solidFill>
                  <a:srgbClr val="FFFFFF"/>
                </a:solidFill>
                <a:latin typeface="Trebuchet MS"/>
                <a:cs typeface="Trebuchet MS"/>
              </a:rPr>
              <a:t> </a:t>
            </a:r>
            <a:r>
              <a:rPr sz="1600" spc="100" dirty="0">
                <a:solidFill>
                  <a:srgbClr val="FFFFFF"/>
                </a:solidFill>
                <a:latin typeface="Trebuchet MS"/>
                <a:cs typeface="Trebuchet MS"/>
              </a:rPr>
              <a:t>terms</a:t>
            </a:r>
            <a:r>
              <a:rPr sz="1600" spc="-20" dirty="0">
                <a:solidFill>
                  <a:srgbClr val="FFFFFF"/>
                </a:solidFill>
                <a:latin typeface="Trebuchet MS"/>
                <a:cs typeface="Trebuchet MS"/>
              </a:rPr>
              <a:t> </a:t>
            </a:r>
            <a:r>
              <a:rPr sz="1600" dirty="0">
                <a:solidFill>
                  <a:srgbClr val="FFFFFF"/>
                </a:solidFill>
                <a:latin typeface="Trebuchet MS"/>
                <a:cs typeface="Trebuchet MS"/>
              </a:rPr>
              <a:t>of</a:t>
            </a:r>
            <a:r>
              <a:rPr sz="1600" spc="-15" dirty="0">
                <a:solidFill>
                  <a:srgbClr val="FFFFFF"/>
                </a:solidFill>
                <a:latin typeface="Trebuchet MS"/>
                <a:cs typeface="Trebuchet MS"/>
              </a:rPr>
              <a:t> </a:t>
            </a:r>
            <a:r>
              <a:rPr sz="1600" spc="50" dirty="0">
                <a:solidFill>
                  <a:srgbClr val="FFFFFF"/>
                </a:solidFill>
                <a:latin typeface="Trebuchet MS"/>
                <a:cs typeface="Trebuchet MS"/>
              </a:rPr>
              <a:t>sales.</a:t>
            </a:r>
            <a:endParaRPr sz="1600">
              <a:latin typeface="Trebuchet MS"/>
              <a:cs typeface="Trebuchet MS"/>
            </a:endParaRPr>
          </a:p>
          <a:p>
            <a:pPr marL="12700" marR="730250">
              <a:lnSpc>
                <a:spcPct val="113300"/>
              </a:lnSpc>
            </a:pPr>
            <a:r>
              <a:rPr sz="1600" spc="60" dirty="0">
                <a:solidFill>
                  <a:srgbClr val="FFFFFF"/>
                </a:solidFill>
                <a:latin typeface="Trebuchet MS"/>
                <a:cs typeface="Trebuchet MS"/>
              </a:rPr>
              <a:t>The</a:t>
            </a:r>
            <a:r>
              <a:rPr sz="1600" spc="-45" dirty="0">
                <a:solidFill>
                  <a:srgbClr val="FFFFFF"/>
                </a:solidFill>
                <a:latin typeface="Trebuchet MS"/>
                <a:cs typeface="Trebuchet MS"/>
              </a:rPr>
              <a:t> </a:t>
            </a:r>
            <a:r>
              <a:rPr sz="1600" spc="75" dirty="0">
                <a:solidFill>
                  <a:srgbClr val="FFFFFF"/>
                </a:solidFill>
                <a:latin typeface="Trebuchet MS"/>
                <a:cs typeface="Trebuchet MS"/>
              </a:rPr>
              <a:t>21–</a:t>
            </a:r>
            <a:r>
              <a:rPr sz="1600" spc="165" dirty="0">
                <a:solidFill>
                  <a:srgbClr val="FFFFFF"/>
                </a:solidFill>
                <a:latin typeface="Trebuchet MS"/>
                <a:cs typeface="Trebuchet MS"/>
              </a:rPr>
              <a:t>40</a:t>
            </a:r>
            <a:r>
              <a:rPr sz="1600" spc="-40" dirty="0">
                <a:solidFill>
                  <a:srgbClr val="FFFFFF"/>
                </a:solidFill>
                <a:latin typeface="Trebuchet MS"/>
                <a:cs typeface="Trebuchet MS"/>
              </a:rPr>
              <a:t> </a:t>
            </a:r>
            <a:r>
              <a:rPr sz="1600" spc="204" dirty="0">
                <a:solidFill>
                  <a:srgbClr val="FFFFFF"/>
                </a:solidFill>
                <a:latin typeface="Trebuchet MS"/>
                <a:cs typeface="Trebuchet MS"/>
              </a:rPr>
              <a:t>age</a:t>
            </a:r>
            <a:r>
              <a:rPr sz="1600" spc="-40" dirty="0">
                <a:solidFill>
                  <a:srgbClr val="FFFFFF"/>
                </a:solidFill>
                <a:latin typeface="Trebuchet MS"/>
                <a:cs typeface="Trebuchet MS"/>
              </a:rPr>
              <a:t> </a:t>
            </a:r>
            <a:r>
              <a:rPr sz="1600" spc="145" dirty="0">
                <a:solidFill>
                  <a:srgbClr val="FFFFFF"/>
                </a:solidFill>
                <a:latin typeface="Trebuchet MS"/>
                <a:cs typeface="Trebuchet MS"/>
              </a:rPr>
              <a:t>group</a:t>
            </a:r>
            <a:r>
              <a:rPr sz="1600" spc="-45" dirty="0">
                <a:solidFill>
                  <a:srgbClr val="FFFFFF"/>
                </a:solidFill>
                <a:latin typeface="Trebuchet MS"/>
                <a:cs typeface="Trebuchet MS"/>
              </a:rPr>
              <a:t> </a:t>
            </a:r>
            <a:r>
              <a:rPr sz="1600" spc="75" dirty="0">
                <a:solidFill>
                  <a:srgbClr val="FFFFFF"/>
                </a:solidFill>
                <a:latin typeface="Trebuchet MS"/>
                <a:cs typeface="Trebuchet MS"/>
              </a:rPr>
              <a:t>contributed</a:t>
            </a:r>
            <a:r>
              <a:rPr sz="1600" spc="-40" dirty="0">
                <a:solidFill>
                  <a:srgbClr val="FFFFFF"/>
                </a:solidFill>
                <a:latin typeface="Trebuchet MS"/>
                <a:cs typeface="Trebuchet MS"/>
              </a:rPr>
              <a:t> </a:t>
            </a:r>
            <a:r>
              <a:rPr sz="1600" spc="65" dirty="0">
                <a:solidFill>
                  <a:srgbClr val="FFFFFF"/>
                </a:solidFill>
                <a:latin typeface="Trebuchet MS"/>
                <a:cs typeface="Trebuchet MS"/>
              </a:rPr>
              <a:t>the</a:t>
            </a:r>
            <a:r>
              <a:rPr sz="1600" spc="-40" dirty="0">
                <a:solidFill>
                  <a:srgbClr val="FFFFFF"/>
                </a:solidFill>
                <a:latin typeface="Trebuchet MS"/>
                <a:cs typeface="Trebuchet MS"/>
              </a:rPr>
              <a:t> </a:t>
            </a:r>
            <a:r>
              <a:rPr sz="1600" spc="90" dirty="0">
                <a:solidFill>
                  <a:srgbClr val="FFFFFF"/>
                </a:solidFill>
                <a:latin typeface="Trebuchet MS"/>
                <a:cs typeface="Trebuchet MS"/>
              </a:rPr>
              <a:t>highest </a:t>
            </a:r>
            <a:r>
              <a:rPr sz="1600" spc="140" dirty="0">
                <a:solidFill>
                  <a:srgbClr val="FFFFFF"/>
                </a:solidFill>
                <a:latin typeface="Trebuchet MS"/>
                <a:cs typeface="Trebuchet MS"/>
              </a:rPr>
              <a:t>number</a:t>
            </a:r>
            <a:r>
              <a:rPr sz="1600" dirty="0">
                <a:solidFill>
                  <a:srgbClr val="FFFFFF"/>
                </a:solidFill>
                <a:latin typeface="Trebuchet MS"/>
                <a:cs typeface="Trebuchet MS"/>
              </a:rPr>
              <a:t> of </a:t>
            </a:r>
            <a:r>
              <a:rPr sz="1600" spc="95" dirty="0">
                <a:solidFill>
                  <a:srgbClr val="FFFFFF"/>
                </a:solidFill>
                <a:latin typeface="Trebuchet MS"/>
                <a:cs typeface="Trebuchet MS"/>
              </a:rPr>
              <a:t>purchases.</a:t>
            </a:r>
            <a:endParaRPr sz="1600">
              <a:latin typeface="Trebuchet MS"/>
              <a:cs typeface="Trebuchet MS"/>
            </a:endParaRPr>
          </a:p>
          <a:p>
            <a:pPr marL="12700" marR="481330">
              <a:lnSpc>
                <a:spcPct val="113300"/>
              </a:lnSpc>
            </a:pPr>
            <a:r>
              <a:rPr sz="1600" spc="204" dirty="0">
                <a:solidFill>
                  <a:srgbClr val="FFFFFF"/>
                </a:solidFill>
                <a:latin typeface="Trebuchet MS"/>
                <a:cs typeface="Trebuchet MS"/>
              </a:rPr>
              <a:t>Cash</a:t>
            </a:r>
            <a:r>
              <a:rPr sz="1600" spc="-45" dirty="0">
                <a:solidFill>
                  <a:srgbClr val="FFFFFF"/>
                </a:solidFill>
                <a:latin typeface="Trebuchet MS"/>
                <a:cs typeface="Trebuchet MS"/>
              </a:rPr>
              <a:t> </a:t>
            </a:r>
            <a:r>
              <a:rPr sz="1600" spc="175" dirty="0">
                <a:solidFill>
                  <a:srgbClr val="FFFFFF"/>
                </a:solidFill>
                <a:latin typeface="Trebuchet MS"/>
                <a:cs typeface="Trebuchet MS"/>
              </a:rPr>
              <a:t>was</a:t>
            </a:r>
            <a:r>
              <a:rPr sz="1600" spc="-40" dirty="0">
                <a:solidFill>
                  <a:srgbClr val="FFFFFF"/>
                </a:solidFill>
                <a:latin typeface="Trebuchet MS"/>
                <a:cs typeface="Trebuchet MS"/>
              </a:rPr>
              <a:t> </a:t>
            </a:r>
            <a:r>
              <a:rPr sz="1600" spc="65" dirty="0">
                <a:solidFill>
                  <a:srgbClr val="FFFFFF"/>
                </a:solidFill>
                <a:latin typeface="Trebuchet MS"/>
                <a:cs typeface="Trebuchet MS"/>
              </a:rPr>
              <a:t>the</a:t>
            </a:r>
            <a:r>
              <a:rPr sz="1600" spc="-40" dirty="0">
                <a:solidFill>
                  <a:srgbClr val="FFFFFF"/>
                </a:solidFill>
                <a:latin typeface="Trebuchet MS"/>
                <a:cs typeface="Trebuchet MS"/>
              </a:rPr>
              <a:t> </a:t>
            </a:r>
            <a:r>
              <a:rPr sz="1600" spc="145" dirty="0">
                <a:solidFill>
                  <a:srgbClr val="FFFFFF"/>
                </a:solidFill>
                <a:latin typeface="Trebuchet MS"/>
                <a:cs typeface="Trebuchet MS"/>
              </a:rPr>
              <a:t>most</a:t>
            </a:r>
            <a:r>
              <a:rPr sz="1600" spc="-40" dirty="0">
                <a:solidFill>
                  <a:srgbClr val="FFFFFF"/>
                </a:solidFill>
                <a:latin typeface="Trebuchet MS"/>
                <a:cs typeface="Trebuchet MS"/>
              </a:rPr>
              <a:t> </a:t>
            </a:r>
            <a:r>
              <a:rPr sz="1600" spc="55" dirty="0">
                <a:solidFill>
                  <a:srgbClr val="FFFFFF"/>
                </a:solidFill>
                <a:latin typeface="Trebuchet MS"/>
                <a:cs typeface="Trebuchet MS"/>
              </a:rPr>
              <a:t>preferred</a:t>
            </a:r>
            <a:r>
              <a:rPr sz="1600" spc="-40" dirty="0">
                <a:solidFill>
                  <a:srgbClr val="FFFFFF"/>
                </a:solidFill>
                <a:latin typeface="Trebuchet MS"/>
                <a:cs typeface="Trebuchet MS"/>
              </a:rPr>
              <a:t> </a:t>
            </a:r>
            <a:r>
              <a:rPr sz="1600" spc="145" dirty="0">
                <a:solidFill>
                  <a:srgbClr val="FFFFFF"/>
                </a:solidFill>
                <a:latin typeface="Trebuchet MS"/>
                <a:cs typeface="Trebuchet MS"/>
              </a:rPr>
              <a:t>payment</a:t>
            </a:r>
            <a:r>
              <a:rPr sz="1600" spc="-45" dirty="0">
                <a:solidFill>
                  <a:srgbClr val="FFFFFF"/>
                </a:solidFill>
                <a:latin typeface="Trebuchet MS"/>
                <a:cs typeface="Trebuchet MS"/>
              </a:rPr>
              <a:t> </a:t>
            </a:r>
            <a:r>
              <a:rPr sz="1600" spc="130" dirty="0">
                <a:solidFill>
                  <a:srgbClr val="FFFFFF"/>
                </a:solidFill>
                <a:latin typeface="Trebuchet MS"/>
                <a:cs typeface="Trebuchet MS"/>
              </a:rPr>
              <a:t>method </a:t>
            </a:r>
            <a:r>
              <a:rPr sz="1600" spc="145" dirty="0">
                <a:solidFill>
                  <a:srgbClr val="FFFFFF"/>
                </a:solidFill>
                <a:latin typeface="Trebuchet MS"/>
                <a:cs typeface="Trebuchet MS"/>
              </a:rPr>
              <a:t>across</a:t>
            </a:r>
            <a:r>
              <a:rPr sz="1600" spc="-40" dirty="0">
                <a:solidFill>
                  <a:srgbClr val="FFFFFF"/>
                </a:solidFill>
                <a:latin typeface="Trebuchet MS"/>
                <a:cs typeface="Trebuchet MS"/>
              </a:rPr>
              <a:t> </a:t>
            </a:r>
            <a:r>
              <a:rPr sz="1600" spc="75" dirty="0">
                <a:solidFill>
                  <a:srgbClr val="FFFFFF"/>
                </a:solidFill>
                <a:latin typeface="Trebuchet MS"/>
                <a:cs typeface="Trebuchet MS"/>
              </a:rPr>
              <a:t>customers.</a:t>
            </a:r>
            <a:endParaRPr sz="1600">
              <a:latin typeface="Trebuchet MS"/>
              <a:cs typeface="Trebuchet MS"/>
            </a:endParaRPr>
          </a:p>
        </p:txBody>
      </p:sp>
      <p:sp>
        <p:nvSpPr>
          <p:cNvPr id="23" name="object 23"/>
          <p:cNvSpPr txBox="1"/>
          <p:nvPr/>
        </p:nvSpPr>
        <p:spPr>
          <a:xfrm>
            <a:off x="533581" y="8380476"/>
            <a:ext cx="1993900" cy="298450"/>
          </a:xfrm>
          <a:prstGeom prst="rect">
            <a:avLst/>
          </a:prstGeom>
        </p:spPr>
        <p:txBody>
          <a:bodyPr vert="horz" wrap="square" lIns="0" tIns="17145" rIns="0" bIns="0" rtlCol="0">
            <a:spAutoFit/>
          </a:bodyPr>
          <a:lstStyle/>
          <a:p>
            <a:pPr marL="12700">
              <a:lnSpc>
                <a:spcPct val="100000"/>
              </a:lnSpc>
              <a:spcBef>
                <a:spcPts val="135"/>
              </a:spcBef>
            </a:pPr>
            <a:r>
              <a:rPr sz="1750" spc="-90" dirty="0">
                <a:solidFill>
                  <a:srgbClr val="FFFFFF"/>
                </a:solidFill>
                <a:latin typeface="Arial Black"/>
                <a:cs typeface="Arial Black"/>
              </a:rPr>
              <a:t>Recommendation</a:t>
            </a:r>
            <a:endParaRPr sz="1750">
              <a:latin typeface="Arial Black"/>
              <a:cs typeface="Arial Black"/>
            </a:endParaRPr>
          </a:p>
        </p:txBody>
      </p:sp>
      <p:sp>
        <p:nvSpPr>
          <p:cNvPr id="24" name="object 24"/>
          <p:cNvSpPr txBox="1"/>
          <p:nvPr/>
        </p:nvSpPr>
        <p:spPr>
          <a:xfrm>
            <a:off x="533581" y="8965224"/>
            <a:ext cx="10437495" cy="650240"/>
          </a:xfrm>
          <a:prstGeom prst="rect">
            <a:avLst/>
          </a:prstGeom>
        </p:spPr>
        <p:txBody>
          <a:bodyPr vert="horz" wrap="square" lIns="0" tIns="11430" rIns="0" bIns="0" rtlCol="0">
            <a:spAutoFit/>
          </a:bodyPr>
          <a:lstStyle/>
          <a:p>
            <a:pPr marL="12700" marR="5080">
              <a:lnSpc>
                <a:spcPct val="117100"/>
              </a:lnSpc>
              <a:spcBef>
                <a:spcPts val="90"/>
              </a:spcBef>
            </a:pPr>
            <a:r>
              <a:rPr sz="1750" spc="-35" dirty="0">
                <a:solidFill>
                  <a:srgbClr val="FFFFFF"/>
                </a:solidFill>
                <a:latin typeface="Verdana"/>
                <a:cs typeface="Verdana"/>
              </a:rPr>
              <a:t>The</a:t>
            </a:r>
            <a:r>
              <a:rPr sz="1750" spc="-125" dirty="0">
                <a:solidFill>
                  <a:srgbClr val="FFFFFF"/>
                </a:solidFill>
                <a:latin typeface="Verdana"/>
                <a:cs typeface="Verdana"/>
              </a:rPr>
              <a:t> </a:t>
            </a:r>
            <a:r>
              <a:rPr sz="1750" spc="-10" dirty="0">
                <a:solidFill>
                  <a:srgbClr val="FFFFFF"/>
                </a:solidFill>
                <a:latin typeface="Verdana"/>
                <a:cs typeface="Verdana"/>
              </a:rPr>
              <a:t>company</a:t>
            </a:r>
            <a:r>
              <a:rPr sz="1750" spc="-125" dirty="0">
                <a:solidFill>
                  <a:srgbClr val="FFFFFF"/>
                </a:solidFill>
                <a:latin typeface="Verdana"/>
                <a:cs typeface="Verdana"/>
              </a:rPr>
              <a:t> </a:t>
            </a:r>
            <a:r>
              <a:rPr sz="1750" dirty="0">
                <a:solidFill>
                  <a:srgbClr val="FFFFFF"/>
                </a:solidFill>
                <a:latin typeface="Verdana"/>
                <a:cs typeface="Verdana"/>
              </a:rPr>
              <a:t>should</a:t>
            </a:r>
            <a:r>
              <a:rPr sz="1750" spc="-125" dirty="0">
                <a:solidFill>
                  <a:srgbClr val="FFFFFF"/>
                </a:solidFill>
                <a:latin typeface="Verdana"/>
                <a:cs typeface="Verdana"/>
              </a:rPr>
              <a:t> </a:t>
            </a:r>
            <a:r>
              <a:rPr sz="1750" spc="-35" dirty="0">
                <a:solidFill>
                  <a:srgbClr val="FFFFFF"/>
                </a:solidFill>
                <a:latin typeface="Verdana"/>
                <a:cs typeface="Verdana"/>
              </a:rPr>
              <a:t>regularly</a:t>
            </a:r>
            <a:r>
              <a:rPr sz="1750" spc="-125" dirty="0">
                <a:solidFill>
                  <a:srgbClr val="FFFFFF"/>
                </a:solidFill>
                <a:latin typeface="Verdana"/>
                <a:cs typeface="Verdana"/>
              </a:rPr>
              <a:t> </a:t>
            </a:r>
            <a:r>
              <a:rPr sz="1750" spc="-10" dirty="0">
                <a:solidFill>
                  <a:srgbClr val="FFFFFF"/>
                </a:solidFill>
                <a:latin typeface="Verdana"/>
                <a:cs typeface="Verdana"/>
              </a:rPr>
              <a:t>monitor</a:t>
            </a:r>
            <a:r>
              <a:rPr sz="1750" spc="-125" dirty="0">
                <a:solidFill>
                  <a:srgbClr val="FFFFFF"/>
                </a:solidFill>
                <a:latin typeface="Verdana"/>
                <a:cs typeface="Verdana"/>
              </a:rPr>
              <a:t> </a:t>
            </a:r>
            <a:r>
              <a:rPr sz="1750" spc="-10" dirty="0">
                <a:solidFill>
                  <a:srgbClr val="FFFFFF"/>
                </a:solidFill>
                <a:latin typeface="Verdana"/>
                <a:cs typeface="Verdana"/>
              </a:rPr>
              <a:t>overall</a:t>
            </a:r>
            <a:r>
              <a:rPr sz="1750" spc="-120" dirty="0">
                <a:solidFill>
                  <a:srgbClr val="FFFFFF"/>
                </a:solidFill>
                <a:latin typeface="Verdana"/>
                <a:cs typeface="Verdana"/>
              </a:rPr>
              <a:t> </a:t>
            </a:r>
            <a:r>
              <a:rPr sz="1750" spc="-70" dirty="0">
                <a:solidFill>
                  <a:srgbClr val="FFFFFF"/>
                </a:solidFill>
                <a:latin typeface="Verdana"/>
                <a:cs typeface="Verdana"/>
              </a:rPr>
              <a:t>KPIs</a:t>
            </a:r>
            <a:r>
              <a:rPr sz="1750" spc="-125" dirty="0">
                <a:solidFill>
                  <a:srgbClr val="FFFFFF"/>
                </a:solidFill>
                <a:latin typeface="Verdana"/>
                <a:cs typeface="Verdana"/>
              </a:rPr>
              <a:t> </a:t>
            </a:r>
            <a:r>
              <a:rPr sz="1750" dirty="0">
                <a:solidFill>
                  <a:srgbClr val="FFFFFF"/>
                </a:solidFill>
                <a:latin typeface="Verdana"/>
                <a:cs typeface="Verdana"/>
              </a:rPr>
              <a:t>to</a:t>
            </a:r>
            <a:r>
              <a:rPr sz="1750" spc="-125" dirty="0">
                <a:solidFill>
                  <a:srgbClr val="FFFFFF"/>
                </a:solidFill>
                <a:latin typeface="Verdana"/>
                <a:cs typeface="Verdana"/>
              </a:rPr>
              <a:t> </a:t>
            </a:r>
            <a:r>
              <a:rPr sz="1750" dirty="0">
                <a:solidFill>
                  <a:srgbClr val="FFFFFF"/>
                </a:solidFill>
                <a:latin typeface="Verdana"/>
                <a:cs typeface="Verdana"/>
              </a:rPr>
              <a:t>support</a:t>
            </a:r>
            <a:r>
              <a:rPr sz="1750" spc="-125" dirty="0">
                <a:solidFill>
                  <a:srgbClr val="FFFFFF"/>
                </a:solidFill>
                <a:latin typeface="Verdana"/>
                <a:cs typeface="Verdana"/>
              </a:rPr>
              <a:t> </a:t>
            </a:r>
            <a:r>
              <a:rPr sz="1750" spc="-25" dirty="0">
                <a:solidFill>
                  <a:srgbClr val="FFFFFF"/>
                </a:solidFill>
                <a:latin typeface="Verdana"/>
                <a:cs typeface="Verdana"/>
              </a:rPr>
              <a:t>strategic</a:t>
            </a:r>
            <a:r>
              <a:rPr sz="1750" spc="-125" dirty="0">
                <a:solidFill>
                  <a:srgbClr val="FFFFFF"/>
                </a:solidFill>
                <a:latin typeface="Verdana"/>
                <a:cs typeface="Verdana"/>
              </a:rPr>
              <a:t> </a:t>
            </a:r>
            <a:r>
              <a:rPr sz="1750" spc="-40" dirty="0">
                <a:solidFill>
                  <a:srgbClr val="FFFFFF"/>
                </a:solidFill>
                <a:latin typeface="Verdana"/>
                <a:cs typeface="Verdana"/>
              </a:rPr>
              <a:t>planning,</a:t>
            </a:r>
            <a:r>
              <a:rPr sz="1750" spc="-120" dirty="0">
                <a:solidFill>
                  <a:srgbClr val="FFFFFF"/>
                </a:solidFill>
                <a:latin typeface="Verdana"/>
                <a:cs typeface="Verdana"/>
              </a:rPr>
              <a:t> </a:t>
            </a:r>
            <a:r>
              <a:rPr sz="1750" spc="-25" dirty="0">
                <a:solidFill>
                  <a:srgbClr val="FFFFFF"/>
                </a:solidFill>
                <a:latin typeface="Verdana"/>
                <a:cs typeface="Verdana"/>
              </a:rPr>
              <a:t>improve</a:t>
            </a:r>
            <a:r>
              <a:rPr sz="1750" spc="-125" dirty="0">
                <a:solidFill>
                  <a:srgbClr val="FFFFFF"/>
                </a:solidFill>
                <a:latin typeface="Verdana"/>
                <a:cs typeface="Verdana"/>
              </a:rPr>
              <a:t> </a:t>
            </a:r>
            <a:r>
              <a:rPr sz="1750" spc="-10" dirty="0">
                <a:solidFill>
                  <a:srgbClr val="FFFFFF"/>
                </a:solidFill>
                <a:latin typeface="Verdana"/>
                <a:cs typeface="Verdana"/>
              </a:rPr>
              <a:t>sales </a:t>
            </a:r>
            <a:r>
              <a:rPr sz="1750" spc="-25" dirty="0">
                <a:solidFill>
                  <a:srgbClr val="FFFFFF"/>
                </a:solidFill>
                <a:latin typeface="Verdana"/>
                <a:cs typeface="Verdana"/>
              </a:rPr>
              <a:t>performance,</a:t>
            </a:r>
            <a:r>
              <a:rPr sz="1750" spc="-140" dirty="0">
                <a:solidFill>
                  <a:srgbClr val="FFFFFF"/>
                </a:solidFill>
                <a:latin typeface="Verdana"/>
                <a:cs typeface="Verdana"/>
              </a:rPr>
              <a:t> </a:t>
            </a:r>
            <a:r>
              <a:rPr sz="1750" spc="-10" dirty="0">
                <a:solidFill>
                  <a:srgbClr val="FFFFFF"/>
                </a:solidFill>
                <a:latin typeface="Verdana"/>
                <a:cs typeface="Verdana"/>
              </a:rPr>
              <a:t>and</a:t>
            </a:r>
            <a:r>
              <a:rPr sz="1750" spc="-140" dirty="0">
                <a:solidFill>
                  <a:srgbClr val="FFFFFF"/>
                </a:solidFill>
                <a:latin typeface="Verdana"/>
                <a:cs typeface="Verdana"/>
              </a:rPr>
              <a:t> </a:t>
            </a:r>
            <a:r>
              <a:rPr sz="1750" spc="-90" dirty="0">
                <a:solidFill>
                  <a:srgbClr val="FFFFFF"/>
                </a:solidFill>
                <a:latin typeface="Verdana"/>
                <a:cs typeface="Verdana"/>
              </a:rPr>
              <a:t>make</a:t>
            </a:r>
            <a:r>
              <a:rPr sz="1750" spc="-140" dirty="0">
                <a:solidFill>
                  <a:srgbClr val="FFFFFF"/>
                </a:solidFill>
                <a:latin typeface="Verdana"/>
                <a:cs typeface="Verdana"/>
              </a:rPr>
              <a:t> </a:t>
            </a:r>
            <a:r>
              <a:rPr sz="1750" spc="-45" dirty="0">
                <a:solidFill>
                  <a:srgbClr val="FFFFFF"/>
                </a:solidFill>
                <a:latin typeface="Verdana"/>
                <a:cs typeface="Verdana"/>
              </a:rPr>
              <a:t>data-</a:t>
            </a:r>
            <a:r>
              <a:rPr sz="1750" spc="-10" dirty="0">
                <a:solidFill>
                  <a:srgbClr val="FFFFFF"/>
                </a:solidFill>
                <a:latin typeface="Verdana"/>
                <a:cs typeface="Verdana"/>
              </a:rPr>
              <a:t>driven</a:t>
            </a:r>
            <a:r>
              <a:rPr sz="1750" spc="-135" dirty="0">
                <a:solidFill>
                  <a:srgbClr val="FFFFFF"/>
                </a:solidFill>
                <a:latin typeface="Verdana"/>
                <a:cs typeface="Verdana"/>
              </a:rPr>
              <a:t> </a:t>
            </a:r>
            <a:r>
              <a:rPr sz="1750" spc="-20" dirty="0">
                <a:solidFill>
                  <a:srgbClr val="FFFFFF"/>
                </a:solidFill>
                <a:latin typeface="Verdana"/>
                <a:cs typeface="Verdana"/>
              </a:rPr>
              <a:t>business</a:t>
            </a:r>
            <a:r>
              <a:rPr sz="1750" spc="-140" dirty="0">
                <a:solidFill>
                  <a:srgbClr val="FFFFFF"/>
                </a:solidFill>
                <a:latin typeface="Verdana"/>
                <a:cs typeface="Verdana"/>
              </a:rPr>
              <a:t> </a:t>
            </a:r>
            <a:r>
              <a:rPr sz="1750" spc="-10" dirty="0">
                <a:solidFill>
                  <a:srgbClr val="FFFFFF"/>
                </a:solidFill>
                <a:latin typeface="Verdana"/>
                <a:cs typeface="Verdana"/>
              </a:rPr>
              <a:t>decisions.</a:t>
            </a:r>
            <a:endParaRPr sz="175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3555" cy="10287000"/>
            <a:chOff x="0" y="0"/>
            <a:chExt cx="18283555" cy="10287000"/>
          </a:xfrm>
        </p:grpSpPr>
        <p:pic>
          <p:nvPicPr>
            <p:cNvPr id="3" name="object 3"/>
            <p:cNvPicPr/>
            <p:nvPr/>
          </p:nvPicPr>
          <p:blipFill>
            <a:blip r:embed="rId2" cstate="print"/>
            <a:stretch>
              <a:fillRect/>
            </a:stretch>
          </p:blipFill>
          <p:spPr>
            <a:xfrm>
              <a:off x="0" y="0"/>
              <a:ext cx="18283536" cy="10287000"/>
            </a:xfrm>
            <a:prstGeom prst="rect">
              <a:avLst/>
            </a:prstGeom>
          </p:spPr>
        </p:pic>
        <p:pic>
          <p:nvPicPr>
            <p:cNvPr id="4" name="object 4"/>
            <p:cNvPicPr/>
            <p:nvPr/>
          </p:nvPicPr>
          <p:blipFill>
            <a:blip r:embed="rId3" cstate="print"/>
            <a:stretch>
              <a:fillRect/>
            </a:stretch>
          </p:blipFill>
          <p:spPr>
            <a:xfrm>
              <a:off x="273684" y="1546481"/>
              <a:ext cx="11782424" cy="6610349"/>
            </a:xfrm>
            <a:prstGeom prst="rect">
              <a:avLst/>
            </a:prstGeom>
          </p:spPr>
        </p:pic>
      </p:grpSp>
      <p:sp>
        <p:nvSpPr>
          <p:cNvPr id="5" name="object 5" descr="$PPTXTitle"/>
          <p:cNvSpPr txBox="1">
            <a:spLocks noGrp="1"/>
          </p:cNvSpPr>
          <p:nvPr>
            <p:ph type="title"/>
          </p:nvPr>
        </p:nvSpPr>
        <p:spPr>
          <a:xfrm>
            <a:off x="12228703" y="961452"/>
            <a:ext cx="4763770" cy="2730500"/>
          </a:xfrm>
          <a:prstGeom prst="rect">
            <a:avLst/>
          </a:prstGeom>
        </p:spPr>
        <p:txBody>
          <a:bodyPr vert="horz" wrap="square" lIns="0" tIns="152400" rIns="0" bIns="0" rtlCol="0">
            <a:spAutoFit/>
          </a:bodyPr>
          <a:lstStyle/>
          <a:p>
            <a:pPr marL="12700" marR="5080" algn="just">
              <a:lnSpc>
                <a:spcPts val="6750"/>
              </a:lnSpc>
              <a:spcBef>
                <a:spcPts val="1200"/>
              </a:spcBef>
            </a:pPr>
            <a:r>
              <a:rPr sz="6500" spc="350" dirty="0"/>
              <a:t>Interactive </a:t>
            </a:r>
            <a:r>
              <a:rPr sz="6500" spc="345" dirty="0"/>
              <a:t>Dashboard </a:t>
            </a:r>
            <a:r>
              <a:rPr sz="6500" spc="225" dirty="0"/>
              <a:t>Analysis</a:t>
            </a:r>
            <a:endParaRPr sz="6500"/>
          </a:p>
        </p:txBody>
      </p:sp>
      <p:grpSp>
        <p:nvGrpSpPr>
          <p:cNvPr id="6" name="object 6"/>
          <p:cNvGrpSpPr/>
          <p:nvPr/>
        </p:nvGrpSpPr>
        <p:grpSpPr>
          <a:xfrm>
            <a:off x="12384278" y="4678872"/>
            <a:ext cx="66675" cy="1171575"/>
            <a:chOff x="12384278" y="4678872"/>
            <a:chExt cx="66675" cy="1171575"/>
          </a:xfrm>
        </p:grpSpPr>
        <p:pic>
          <p:nvPicPr>
            <p:cNvPr id="7" name="object 7"/>
            <p:cNvPicPr/>
            <p:nvPr/>
          </p:nvPicPr>
          <p:blipFill>
            <a:blip r:embed="rId4" cstate="print"/>
            <a:stretch>
              <a:fillRect/>
            </a:stretch>
          </p:blipFill>
          <p:spPr>
            <a:xfrm>
              <a:off x="12384278" y="4678872"/>
              <a:ext cx="66675" cy="66674"/>
            </a:xfrm>
            <a:prstGeom prst="rect">
              <a:avLst/>
            </a:prstGeom>
          </p:spPr>
        </p:pic>
        <p:pic>
          <p:nvPicPr>
            <p:cNvPr id="8" name="object 8"/>
            <p:cNvPicPr/>
            <p:nvPr/>
          </p:nvPicPr>
          <p:blipFill>
            <a:blip r:embed="rId4" cstate="print"/>
            <a:stretch>
              <a:fillRect/>
            </a:stretch>
          </p:blipFill>
          <p:spPr>
            <a:xfrm>
              <a:off x="12384278" y="5231322"/>
              <a:ext cx="66675" cy="66674"/>
            </a:xfrm>
            <a:prstGeom prst="rect">
              <a:avLst/>
            </a:prstGeom>
          </p:spPr>
        </p:pic>
        <p:pic>
          <p:nvPicPr>
            <p:cNvPr id="9" name="object 9"/>
            <p:cNvPicPr/>
            <p:nvPr/>
          </p:nvPicPr>
          <p:blipFill>
            <a:blip r:embed="rId4" cstate="print"/>
            <a:stretch>
              <a:fillRect/>
            </a:stretch>
          </p:blipFill>
          <p:spPr>
            <a:xfrm>
              <a:off x="12384278" y="5783772"/>
              <a:ext cx="66675" cy="66674"/>
            </a:xfrm>
            <a:prstGeom prst="rect">
              <a:avLst/>
            </a:prstGeom>
          </p:spPr>
        </p:pic>
      </p:grpSp>
      <p:sp>
        <p:nvSpPr>
          <p:cNvPr id="10" name="object 10"/>
          <p:cNvSpPr txBox="1"/>
          <p:nvPr/>
        </p:nvSpPr>
        <p:spPr>
          <a:xfrm>
            <a:off x="12228703" y="4014852"/>
            <a:ext cx="5703570" cy="4689475"/>
          </a:xfrm>
          <a:prstGeom prst="rect">
            <a:avLst/>
          </a:prstGeom>
        </p:spPr>
        <p:txBody>
          <a:bodyPr vert="horz" wrap="square" lIns="0" tIns="12700" rIns="0" bIns="0" rtlCol="0">
            <a:spAutoFit/>
          </a:bodyPr>
          <a:lstStyle/>
          <a:p>
            <a:pPr marL="12700">
              <a:lnSpc>
                <a:spcPct val="100000"/>
              </a:lnSpc>
              <a:spcBef>
                <a:spcPts val="100"/>
              </a:spcBef>
            </a:pPr>
            <a:r>
              <a:rPr sz="1600" b="1" spc="45" dirty="0">
                <a:solidFill>
                  <a:srgbClr val="FFFFFF"/>
                </a:solidFill>
                <a:latin typeface="Arial"/>
                <a:cs typeface="Arial"/>
              </a:rPr>
              <a:t>Observation:</a:t>
            </a:r>
            <a:endParaRPr sz="1600">
              <a:latin typeface="Arial"/>
              <a:cs typeface="Arial"/>
            </a:endParaRPr>
          </a:p>
          <a:p>
            <a:pPr>
              <a:lnSpc>
                <a:spcPct val="100000"/>
              </a:lnSpc>
              <a:spcBef>
                <a:spcPts val="335"/>
              </a:spcBef>
            </a:pPr>
            <a:endParaRPr sz="1600">
              <a:latin typeface="Arial"/>
              <a:cs typeface="Arial"/>
            </a:endParaRPr>
          </a:p>
          <a:p>
            <a:pPr marL="358775" marR="5080">
              <a:lnSpc>
                <a:spcPct val="113300"/>
              </a:lnSpc>
            </a:pPr>
            <a:r>
              <a:rPr sz="1600" spc="60" dirty="0">
                <a:solidFill>
                  <a:srgbClr val="FFFFFF"/>
                </a:solidFill>
                <a:latin typeface="Trebuchet MS"/>
                <a:cs typeface="Trebuchet MS"/>
              </a:rPr>
              <a:t>The</a:t>
            </a:r>
            <a:r>
              <a:rPr sz="1600" spc="-40" dirty="0">
                <a:solidFill>
                  <a:srgbClr val="FFFFFF"/>
                </a:solidFill>
                <a:latin typeface="Trebuchet MS"/>
                <a:cs typeface="Trebuchet MS"/>
              </a:rPr>
              <a:t> </a:t>
            </a:r>
            <a:r>
              <a:rPr sz="1600" spc="165" dirty="0">
                <a:solidFill>
                  <a:srgbClr val="FFFFFF"/>
                </a:solidFill>
                <a:latin typeface="Trebuchet MS"/>
                <a:cs typeface="Trebuchet MS"/>
              </a:rPr>
              <a:t>dashboard</a:t>
            </a:r>
            <a:r>
              <a:rPr sz="1600" spc="-40" dirty="0">
                <a:solidFill>
                  <a:srgbClr val="FFFFFF"/>
                </a:solidFill>
                <a:latin typeface="Trebuchet MS"/>
                <a:cs typeface="Trebuchet MS"/>
              </a:rPr>
              <a:t> </a:t>
            </a:r>
            <a:r>
              <a:rPr sz="1600" spc="114" dirty="0">
                <a:solidFill>
                  <a:srgbClr val="FFFFFF"/>
                </a:solidFill>
                <a:latin typeface="Trebuchet MS"/>
                <a:cs typeface="Trebuchet MS"/>
              </a:rPr>
              <a:t>displays</a:t>
            </a:r>
            <a:r>
              <a:rPr sz="1600" spc="-35" dirty="0">
                <a:solidFill>
                  <a:srgbClr val="FFFFFF"/>
                </a:solidFill>
                <a:latin typeface="Trebuchet MS"/>
                <a:cs typeface="Trebuchet MS"/>
              </a:rPr>
              <a:t> </a:t>
            </a:r>
            <a:r>
              <a:rPr sz="1600" dirty="0">
                <a:solidFill>
                  <a:srgbClr val="FFFFFF"/>
                </a:solidFill>
                <a:latin typeface="Trebuchet MS"/>
                <a:cs typeface="Trebuchet MS"/>
              </a:rPr>
              <a:t>filtered</a:t>
            </a:r>
            <a:r>
              <a:rPr sz="1600" spc="-40" dirty="0">
                <a:solidFill>
                  <a:srgbClr val="FFFFFF"/>
                </a:solidFill>
                <a:latin typeface="Trebuchet MS"/>
                <a:cs typeface="Trebuchet MS"/>
              </a:rPr>
              <a:t> </a:t>
            </a:r>
            <a:r>
              <a:rPr sz="1600" spc="60" dirty="0">
                <a:solidFill>
                  <a:srgbClr val="FFFFFF"/>
                </a:solidFill>
                <a:latin typeface="Trebuchet MS"/>
                <a:cs typeface="Trebuchet MS"/>
              </a:rPr>
              <a:t>results</a:t>
            </a:r>
            <a:r>
              <a:rPr sz="1600" spc="-35" dirty="0">
                <a:solidFill>
                  <a:srgbClr val="FFFFFF"/>
                </a:solidFill>
                <a:latin typeface="Trebuchet MS"/>
                <a:cs typeface="Trebuchet MS"/>
              </a:rPr>
              <a:t> </a:t>
            </a:r>
            <a:r>
              <a:rPr sz="1600" spc="180" dirty="0">
                <a:solidFill>
                  <a:srgbClr val="FFFFFF"/>
                </a:solidFill>
                <a:latin typeface="Trebuchet MS"/>
                <a:cs typeface="Trebuchet MS"/>
              </a:rPr>
              <a:t>based</a:t>
            </a:r>
            <a:r>
              <a:rPr sz="1600" spc="-40" dirty="0">
                <a:solidFill>
                  <a:srgbClr val="FFFFFF"/>
                </a:solidFill>
                <a:latin typeface="Trebuchet MS"/>
                <a:cs typeface="Trebuchet MS"/>
              </a:rPr>
              <a:t> </a:t>
            </a:r>
            <a:r>
              <a:rPr sz="1600" spc="145" dirty="0">
                <a:solidFill>
                  <a:srgbClr val="FFFFFF"/>
                </a:solidFill>
                <a:latin typeface="Trebuchet MS"/>
                <a:cs typeface="Trebuchet MS"/>
              </a:rPr>
              <a:t>on</a:t>
            </a:r>
            <a:r>
              <a:rPr sz="1600" spc="-35" dirty="0">
                <a:solidFill>
                  <a:srgbClr val="FFFFFF"/>
                </a:solidFill>
                <a:latin typeface="Trebuchet MS"/>
                <a:cs typeface="Trebuchet MS"/>
              </a:rPr>
              <a:t> </a:t>
            </a:r>
            <a:r>
              <a:rPr sz="1600" spc="40" dirty="0">
                <a:solidFill>
                  <a:srgbClr val="FFFFFF"/>
                </a:solidFill>
                <a:latin typeface="Trebuchet MS"/>
                <a:cs typeface="Trebuchet MS"/>
              </a:rPr>
              <a:t>the </a:t>
            </a:r>
            <a:r>
              <a:rPr sz="1600" spc="90" dirty="0">
                <a:solidFill>
                  <a:srgbClr val="FFFFFF"/>
                </a:solidFill>
                <a:latin typeface="Trebuchet MS"/>
                <a:cs typeface="Trebuchet MS"/>
              </a:rPr>
              <a:t>selected</a:t>
            </a:r>
            <a:r>
              <a:rPr sz="1600" spc="-50" dirty="0">
                <a:solidFill>
                  <a:srgbClr val="FFFFFF"/>
                </a:solidFill>
                <a:latin typeface="Trebuchet MS"/>
                <a:cs typeface="Trebuchet MS"/>
              </a:rPr>
              <a:t> </a:t>
            </a:r>
            <a:r>
              <a:rPr sz="1600" spc="145" dirty="0">
                <a:solidFill>
                  <a:srgbClr val="FFFFFF"/>
                </a:solidFill>
                <a:latin typeface="Trebuchet MS"/>
                <a:cs typeface="Trebuchet MS"/>
              </a:rPr>
              <a:t>Shopping</a:t>
            </a:r>
            <a:r>
              <a:rPr sz="1600" spc="-45" dirty="0">
                <a:solidFill>
                  <a:srgbClr val="FFFFFF"/>
                </a:solidFill>
                <a:latin typeface="Trebuchet MS"/>
                <a:cs typeface="Trebuchet MS"/>
              </a:rPr>
              <a:t> </a:t>
            </a:r>
            <a:r>
              <a:rPr sz="1600" spc="75" dirty="0">
                <a:solidFill>
                  <a:srgbClr val="FFFFFF"/>
                </a:solidFill>
                <a:latin typeface="Trebuchet MS"/>
                <a:cs typeface="Trebuchet MS"/>
              </a:rPr>
              <a:t>Mall</a:t>
            </a:r>
            <a:r>
              <a:rPr sz="1600" spc="-45" dirty="0">
                <a:solidFill>
                  <a:srgbClr val="FFFFFF"/>
                </a:solidFill>
                <a:latin typeface="Trebuchet MS"/>
                <a:cs typeface="Trebuchet MS"/>
              </a:rPr>
              <a:t> </a:t>
            </a:r>
            <a:r>
              <a:rPr sz="1600" spc="190" dirty="0">
                <a:solidFill>
                  <a:srgbClr val="FFFFFF"/>
                </a:solidFill>
                <a:latin typeface="Trebuchet MS"/>
                <a:cs typeface="Trebuchet MS"/>
              </a:rPr>
              <a:t>and</a:t>
            </a:r>
            <a:r>
              <a:rPr sz="1600" spc="-45" dirty="0">
                <a:solidFill>
                  <a:srgbClr val="FFFFFF"/>
                </a:solidFill>
                <a:latin typeface="Trebuchet MS"/>
                <a:cs typeface="Trebuchet MS"/>
              </a:rPr>
              <a:t> </a:t>
            </a:r>
            <a:r>
              <a:rPr sz="1600" spc="125" dirty="0">
                <a:solidFill>
                  <a:srgbClr val="FFFFFF"/>
                </a:solidFill>
                <a:latin typeface="Trebuchet MS"/>
                <a:cs typeface="Trebuchet MS"/>
              </a:rPr>
              <a:t>Payment</a:t>
            </a:r>
            <a:r>
              <a:rPr sz="1600" spc="-45" dirty="0">
                <a:solidFill>
                  <a:srgbClr val="FFFFFF"/>
                </a:solidFill>
                <a:latin typeface="Trebuchet MS"/>
                <a:cs typeface="Trebuchet MS"/>
              </a:rPr>
              <a:t> </a:t>
            </a:r>
            <a:r>
              <a:rPr sz="1600" spc="60" dirty="0">
                <a:solidFill>
                  <a:srgbClr val="FFFFFF"/>
                </a:solidFill>
                <a:latin typeface="Trebuchet MS"/>
                <a:cs typeface="Trebuchet MS"/>
              </a:rPr>
              <a:t>Method.</a:t>
            </a:r>
            <a:endParaRPr sz="1600">
              <a:latin typeface="Trebuchet MS"/>
              <a:cs typeface="Trebuchet MS"/>
            </a:endParaRPr>
          </a:p>
          <a:p>
            <a:pPr marL="358775" marR="676275">
              <a:lnSpc>
                <a:spcPct val="113300"/>
              </a:lnSpc>
            </a:pPr>
            <a:r>
              <a:rPr sz="1600" dirty="0">
                <a:solidFill>
                  <a:srgbClr val="FFFFFF"/>
                </a:solidFill>
                <a:latin typeface="Trebuchet MS"/>
                <a:cs typeface="Trebuchet MS"/>
              </a:rPr>
              <a:t>After</a:t>
            </a:r>
            <a:r>
              <a:rPr sz="1600" spc="-40" dirty="0">
                <a:solidFill>
                  <a:srgbClr val="FFFFFF"/>
                </a:solidFill>
                <a:latin typeface="Trebuchet MS"/>
                <a:cs typeface="Trebuchet MS"/>
              </a:rPr>
              <a:t> </a:t>
            </a:r>
            <a:r>
              <a:rPr sz="1600" spc="120" dirty="0">
                <a:solidFill>
                  <a:srgbClr val="FFFFFF"/>
                </a:solidFill>
                <a:latin typeface="Trebuchet MS"/>
                <a:cs typeface="Trebuchet MS"/>
              </a:rPr>
              <a:t>applying</a:t>
            </a:r>
            <a:r>
              <a:rPr sz="1600" spc="-35" dirty="0">
                <a:solidFill>
                  <a:srgbClr val="FFFFFF"/>
                </a:solidFill>
                <a:latin typeface="Trebuchet MS"/>
                <a:cs typeface="Trebuchet MS"/>
              </a:rPr>
              <a:t> </a:t>
            </a:r>
            <a:r>
              <a:rPr sz="1600" spc="-40" dirty="0">
                <a:solidFill>
                  <a:srgbClr val="FFFFFF"/>
                </a:solidFill>
                <a:latin typeface="Trebuchet MS"/>
                <a:cs typeface="Trebuchet MS"/>
              </a:rPr>
              <a:t>filters,</a:t>
            </a:r>
            <a:r>
              <a:rPr sz="1600" spc="-35" dirty="0">
                <a:solidFill>
                  <a:srgbClr val="FFFFFF"/>
                </a:solidFill>
                <a:latin typeface="Trebuchet MS"/>
                <a:cs typeface="Trebuchet MS"/>
              </a:rPr>
              <a:t> </a:t>
            </a:r>
            <a:r>
              <a:rPr sz="1600" spc="65" dirty="0">
                <a:solidFill>
                  <a:srgbClr val="FFFFFF"/>
                </a:solidFill>
                <a:latin typeface="Trebuchet MS"/>
                <a:cs typeface="Trebuchet MS"/>
              </a:rPr>
              <a:t>the</a:t>
            </a:r>
            <a:r>
              <a:rPr sz="1600" spc="-35" dirty="0">
                <a:solidFill>
                  <a:srgbClr val="FFFFFF"/>
                </a:solidFill>
                <a:latin typeface="Trebuchet MS"/>
                <a:cs typeface="Trebuchet MS"/>
              </a:rPr>
              <a:t> </a:t>
            </a:r>
            <a:r>
              <a:rPr sz="1600" spc="165" dirty="0">
                <a:solidFill>
                  <a:srgbClr val="FFFFFF"/>
                </a:solidFill>
                <a:latin typeface="Trebuchet MS"/>
                <a:cs typeface="Trebuchet MS"/>
              </a:rPr>
              <a:t>dashboard</a:t>
            </a:r>
            <a:r>
              <a:rPr sz="1600" spc="-35" dirty="0">
                <a:solidFill>
                  <a:srgbClr val="FFFFFF"/>
                </a:solidFill>
                <a:latin typeface="Trebuchet MS"/>
                <a:cs typeface="Trebuchet MS"/>
              </a:rPr>
              <a:t> </a:t>
            </a:r>
            <a:r>
              <a:rPr sz="1600" spc="150" dirty="0">
                <a:solidFill>
                  <a:srgbClr val="FFFFFF"/>
                </a:solidFill>
                <a:latin typeface="Trebuchet MS"/>
                <a:cs typeface="Trebuchet MS"/>
              </a:rPr>
              <a:t>shows</a:t>
            </a:r>
            <a:r>
              <a:rPr sz="1600" spc="-35" dirty="0">
                <a:solidFill>
                  <a:srgbClr val="FFFFFF"/>
                </a:solidFill>
                <a:latin typeface="Trebuchet MS"/>
                <a:cs typeface="Trebuchet MS"/>
              </a:rPr>
              <a:t> </a:t>
            </a:r>
            <a:r>
              <a:rPr sz="1600" spc="35" dirty="0">
                <a:solidFill>
                  <a:srgbClr val="FFFFFF"/>
                </a:solidFill>
                <a:latin typeface="Trebuchet MS"/>
                <a:cs typeface="Trebuchet MS"/>
              </a:rPr>
              <a:t>3K </a:t>
            </a:r>
            <a:r>
              <a:rPr sz="1600" dirty="0">
                <a:solidFill>
                  <a:srgbClr val="FFFFFF"/>
                </a:solidFill>
                <a:latin typeface="Trebuchet MS"/>
                <a:cs typeface="Trebuchet MS"/>
              </a:rPr>
              <a:t>orders,</a:t>
            </a:r>
            <a:r>
              <a:rPr sz="1600" spc="25" dirty="0">
                <a:solidFill>
                  <a:srgbClr val="FFFFFF"/>
                </a:solidFill>
                <a:latin typeface="Trebuchet MS"/>
                <a:cs typeface="Trebuchet MS"/>
              </a:rPr>
              <a:t> </a:t>
            </a:r>
            <a:r>
              <a:rPr sz="1600" spc="95" dirty="0">
                <a:solidFill>
                  <a:srgbClr val="FFFFFF"/>
                </a:solidFill>
                <a:latin typeface="Trebuchet MS"/>
                <a:cs typeface="Trebuchet MS"/>
              </a:rPr>
              <a:t>8K</a:t>
            </a:r>
            <a:r>
              <a:rPr sz="1600" spc="25" dirty="0">
                <a:solidFill>
                  <a:srgbClr val="FFFFFF"/>
                </a:solidFill>
                <a:latin typeface="Trebuchet MS"/>
                <a:cs typeface="Trebuchet MS"/>
              </a:rPr>
              <a:t> </a:t>
            </a:r>
            <a:r>
              <a:rPr sz="1600" spc="114" dirty="0">
                <a:solidFill>
                  <a:srgbClr val="FFFFFF"/>
                </a:solidFill>
                <a:latin typeface="Trebuchet MS"/>
                <a:cs typeface="Trebuchet MS"/>
              </a:rPr>
              <a:t>products</a:t>
            </a:r>
            <a:r>
              <a:rPr sz="1600" spc="25" dirty="0">
                <a:solidFill>
                  <a:srgbClr val="FFFFFF"/>
                </a:solidFill>
                <a:latin typeface="Trebuchet MS"/>
                <a:cs typeface="Trebuchet MS"/>
              </a:rPr>
              <a:t> </a:t>
            </a:r>
            <a:r>
              <a:rPr sz="1600" dirty="0">
                <a:solidFill>
                  <a:srgbClr val="FFFFFF"/>
                </a:solidFill>
                <a:latin typeface="Trebuchet MS"/>
                <a:cs typeface="Trebuchet MS"/>
              </a:rPr>
              <a:t>sold,</a:t>
            </a:r>
            <a:r>
              <a:rPr sz="1600" spc="25" dirty="0">
                <a:solidFill>
                  <a:srgbClr val="FFFFFF"/>
                </a:solidFill>
                <a:latin typeface="Trebuchet MS"/>
                <a:cs typeface="Trebuchet MS"/>
              </a:rPr>
              <a:t> </a:t>
            </a:r>
            <a:r>
              <a:rPr sz="1600" spc="190" dirty="0">
                <a:solidFill>
                  <a:srgbClr val="FFFFFF"/>
                </a:solidFill>
                <a:latin typeface="Trebuchet MS"/>
                <a:cs typeface="Trebuchet MS"/>
              </a:rPr>
              <a:t>and</a:t>
            </a:r>
            <a:r>
              <a:rPr sz="1600" spc="25" dirty="0">
                <a:solidFill>
                  <a:srgbClr val="FFFFFF"/>
                </a:solidFill>
                <a:latin typeface="Trebuchet MS"/>
                <a:cs typeface="Trebuchet MS"/>
              </a:rPr>
              <a:t> </a:t>
            </a:r>
            <a:r>
              <a:rPr sz="1600" spc="105" dirty="0">
                <a:solidFill>
                  <a:srgbClr val="FFFFFF"/>
                </a:solidFill>
                <a:latin typeface="Trebuchet MS"/>
                <a:cs typeface="Trebuchet MS"/>
              </a:rPr>
              <a:t>₹6.49M</a:t>
            </a:r>
            <a:r>
              <a:rPr sz="1600" spc="25" dirty="0">
                <a:solidFill>
                  <a:srgbClr val="FFFFFF"/>
                </a:solidFill>
                <a:latin typeface="Trebuchet MS"/>
                <a:cs typeface="Trebuchet MS"/>
              </a:rPr>
              <a:t> </a:t>
            </a:r>
            <a:r>
              <a:rPr sz="1600" spc="40" dirty="0">
                <a:solidFill>
                  <a:srgbClr val="FFFFFF"/>
                </a:solidFill>
                <a:latin typeface="Trebuchet MS"/>
                <a:cs typeface="Trebuchet MS"/>
              </a:rPr>
              <a:t>revenue.</a:t>
            </a:r>
            <a:endParaRPr sz="1600">
              <a:latin typeface="Trebuchet MS"/>
              <a:cs typeface="Trebuchet MS"/>
            </a:endParaRPr>
          </a:p>
          <a:p>
            <a:pPr marL="358775" marR="18415">
              <a:lnSpc>
                <a:spcPct val="113300"/>
              </a:lnSpc>
            </a:pPr>
            <a:r>
              <a:rPr sz="1600" dirty="0">
                <a:solidFill>
                  <a:srgbClr val="FFFFFF"/>
                </a:solidFill>
                <a:latin typeface="Trebuchet MS"/>
                <a:cs typeface="Trebuchet MS"/>
              </a:rPr>
              <a:t>All</a:t>
            </a:r>
            <a:r>
              <a:rPr sz="1600" spc="-30" dirty="0">
                <a:solidFill>
                  <a:srgbClr val="FFFFFF"/>
                </a:solidFill>
                <a:latin typeface="Trebuchet MS"/>
                <a:cs typeface="Trebuchet MS"/>
              </a:rPr>
              <a:t> </a:t>
            </a:r>
            <a:r>
              <a:rPr sz="1600" dirty="0">
                <a:solidFill>
                  <a:srgbClr val="FFFFFF"/>
                </a:solidFill>
                <a:latin typeface="Trebuchet MS"/>
                <a:cs typeface="Trebuchet MS"/>
              </a:rPr>
              <a:t>KPIs</a:t>
            </a:r>
            <a:r>
              <a:rPr sz="1600" spc="-30" dirty="0">
                <a:solidFill>
                  <a:srgbClr val="FFFFFF"/>
                </a:solidFill>
                <a:latin typeface="Trebuchet MS"/>
                <a:cs typeface="Trebuchet MS"/>
              </a:rPr>
              <a:t> </a:t>
            </a:r>
            <a:r>
              <a:rPr sz="1600" spc="190" dirty="0">
                <a:solidFill>
                  <a:srgbClr val="FFFFFF"/>
                </a:solidFill>
                <a:latin typeface="Trebuchet MS"/>
                <a:cs typeface="Trebuchet MS"/>
              </a:rPr>
              <a:t>and</a:t>
            </a:r>
            <a:r>
              <a:rPr sz="1600" spc="-30" dirty="0">
                <a:solidFill>
                  <a:srgbClr val="FFFFFF"/>
                </a:solidFill>
                <a:latin typeface="Trebuchet MS"/>
                <a:cs typeface="Trebuchet MS"/>
              </a:rPr>
              <a:t> </a:t>
            </a:r>
            <a:r>
              <a:rPr sz="1600" spc="105" dirty="0">
                <a:solidFill>
                  <a:srgbClr val="FFFFFF"/>
                </a:solidFill>
                <a:latin typeface="Trebuchet MS"/>
                <a:cs typeface="Trebuchet MS"/>
              </a:rPr>
              <a:t>charts</a:t>
            </a:r>
            <a:r>
              <a:rPr sz="1600" spc="-30" dirty="0">
                <a:solidFill>
                  <a:srgbClr val="FFFFFF"/>
                </a:solidFill>
                <a:latin typeface="Trebuchet MS"/>
                <a:cs typeface="Trebuchet MS"/>
              </a:rPr>
              <a:t> </a:t>
            </a:r>
            <a:r>
              <a:rPr sz="1600" spc="135" dirty="0">
                <a:solidFill>
                  <a:srgbClr val="FFFFFF"/>
                </a:solidFill>
                <a:latin typeface="Trebuchet MS"/>
                <a:cs typeface="Trebuchet MS"/>
              </a:rPr>
              <a:t>update</a:t>
            </a:r>
            <a:r>
              <a:rPr sz="1600" spc="-30" dirty="0">
                <a:solidFill>
                  <a:srgbClr val="FFFFFF"/>
                </a:solidFill>
                <a:latin typeface="Trebuchet MS"/>
                <a:cs typeface="Trebuchet MS"/>
              </a:rPr>
              <a:t> </a:t>
            </a:r>
            <a:r>
              <a:rPr sz="1600" spc="114" dirty="0">
                <a:solidFill>
                  <a:srgbClr val="FFFFFF"/>
                </a:solidFill>
                <a:latin typeface="Trebuchet MS"/>
                <a:cs typeface="Trebuchet MS"/>
              </a:rPr>
              <a:t>dynamically</a:t>
            </a:r>
            <a:r>
              <a:rPr sz="1600" spc="-30" dirty="0">
                <a:solidFill>
                  <a:srgbClr val="FFFFFF"/>
                </a:solidFill>
                <a:latin typeface="Trebuchet MS"/>
                <a:cs typeface="Trebuchet MS"/>
              </a:rPr>
              <a:t> </a:t>
            </a:r>
            <a:r>
              <a:rPr sz="1600" spc="135" dirty="0">
                <a:solidFill>
                  <a:srgbClr val="FFFFFF"/>
                </a:solidFill>
                <a:latin typeface="Trebuchet MS"/>
                <a:cs typeface="Trebuchet MS"/>
              </a:rPr>
              <a:t>according</a:t>
            </a:r>
            <a:r>
              <a:rPr sz="1600" spc="-30" dirty="0">
                <a:solidFill>
                  <a:srgbClr val="FFFFFF"/>
                </a:solidFill>
                <a:latin typeface="Trebuchet MS"/>
                <a:cs typeface="Trebuchet MS"/>
              </a:rPr>
              <a:t> </a:t>
            </a:r>
            <a:r>
              <a:rPr sz="1600" spc="-25" dirty="0">
                <a:solidFill>
                  <a:srgbClr val="FFFFFF"/>
                </a:solidFill>
                <a:latin typeface="Trebuchet MS"/>
                <a:cs typeface="Trebuchet MS"/>
              </a:rPr>
              <a:t>to </a:t>
            </a:r>
            <a:r>
              <a:rPr sz="1600" spc="65" dirty="0">
                <a:solidFill>
                  <a:srgbClr val="FFFFFF"/>
                </a:solidFill>
                <a:latin typeface="Trebuchet MS"/>
                <a:cs typeface="Trebuchet MS"/>
              </a:rPr>
              <a:t>the</a:t>
            </a:r>
            <a:r>
              <a:rPr sz="1600" spc="-55" dirty="0">
                <a:solidFill>
                  <a:srgbClr val="FFFFFF"/>
                </a:solidFill>
                <a:latin typeface="Trebuchet MS"/>
                <a:cs typeface="Trebuchet MS"/>
              </a:rPr>
              <a:t> </a:t>
            </a:r>
            <a:r>
              <a:rPr sz="1600" spc="90" dirty="0">
                <a:solidFill>
                  <a:srgbClr val="FFFFFF"/>
                </a:solidFill>
                <a:latin typeface="Trebuchet MS"/>
                <a:cs typeface="Trebuchet MS"/>
              </a:rPr>
              <a:t>selected</a:t>
            </a:r>
            <a:r>
              <a:rPr sz="1600" spc="-50" dirty="0">
                <a:solidFill>
                  <a:srgbClr val="FFFFFF"/>
                </a:solidFill>
                <a:latin typeface="Trebuchet MS"/>
                <a:cs typeface="Trebuchet MS"/>
              </a:rPr>
              <a:t> </a:t>
            </a:r>
            <a:r>
              <a:rPr sz="1600" spc="-10" dirty="0">
                <a:solidFill>
                  <a:srgbClr val="FFFFFF"/>
                </a:solidFill>
                <a:latin typeface="Trebuchet MS"/>
                <a:cs typeface="Trebuchet MS"/>
              </a:rPr>
              <a:t>filters.</a:t>
            </a:r>
            <a:endParaRPr sz="1600">
              <a:latin typeface="Trebuchet MS"/>
              <a:cs typeface="Trebuchet MS"/>
            </a:endParaRPr>
          </a:p>
          <a:p>
            <a:pPr>
              <a:lnSpc>
                <a:spcPct val="100000"/>
              </a:lnSpc>
              <a:spcBef>
                <a:spcPts val="570"/>
              </a:spcBef>
            </a:pPr>
            <a:endParaRPr sz="1600">
              <a:latin typeface="Trebuchet MS"/>
              <a:cs typeface="Trebuchet MS"/>
            </a:endParaRPr>
          </a:p>
          <a:p>
            <a:pPr marL="12700">
              <a:lnSpc>
                <a:spcPct val="100000"/>
              </a:lnSpc>
              <a:spcBef>
                <a:spcPts val="5"/>
              </a:spcBef>
            </a:pPr>
            <a:r>
              <a:rPr sz="1600" b="1" dirty="0">
                <a:solidFill>
                  <a:srgbClr val="FFFFFF"/>
                </a:solidFill>
                <a:latin typeface="Arial"/>
                <a:cs typeface="Arial"/>
              </a:rPr>
              <a:t>Business</a:t>
            </a:r>
            <a:r>
              <a:rPr sz="1600" b="1" spc="70" dirty="0">
                <a:solidFill>
                  <a:srgbClr val="FFFFFF"/>
                </a:solidFill>
                <a:latin typeface="Arial"/>
                <a:cs typeface="Arial"/>
              </a:rPr>
              <a:t> </a:t>
            </a:r>
            <a:r>
              <a:rPr sz="1600" b="1" spc="-10" dirty="0">
                <a:solidFill>
                  <a:srgbClr val="FFFFFF"/>
                </a:solidFill>
                <a:latin typeface="Arial"/>
                <a:cs typeface="Arial"/>
              </a:rPr>
              <a:t>Insight:</a:t>
            </a:r>
            <a:endParaRPr sz="1600">
              <a:latin typeface="Arial"/>
              <a:cs typeface="Arial"/>
            </a:endParaRPr>
          </a:p>
          <a:p>
            <a:pPr>
              <a:lnSpc>
                <a:spcPct val="100000"/>
              </a:lnSpc>
              <a:spcBef>
                <a:spcPts val="330"/>
              </a:spcBef>
            </a:pPr>
            <a:endParaRPr sz="1600">
              <a:latin typeface="Arial"/>
              <a:cs typeface="Arial"/>
            </a:endParaRPr>
          </a:p>
          <a:p>
            <a:pPr marL="12700" marR="133985">
              <a:lnSpc>
                <a:spcPct val="113300"/>
              </a:lnSpc>
              <a:spcBef>
                <a:spcPts val="5"/>
              </a:spcBef>
            </a:pPr>
            <a:r>
              <a:rPr sz="1600" spc="60" dirty="0">
                <a:solidFill>
                  <a:srgbClr val="FFFFFF"/>
                </a:solidFill>
                <a:latin typeface="Trebuchet MS"/>
                <a:cs typeface="Trebuchet MS"/>
              </a:rPr>
              <a:t>The</a:t>
            </a:r>
            <a:r>
              <a:rPr sz="1600" spc="-35" dirty="0">
                <a:solidFill>
                  <a:srgbClr val="FFFFFF"/>
                </a:solidFill>
                <a:latin typeface="Trebuchet MS"/>
                <a:cs typeface="Trebuchet MS"/>
              </a:rPr>
              <a:t> </a:t>
            </a:r>
            <a:r>
              <a:rPr sz="1600" spc="50" dirty="0">
                <a:solidFill>
                  <a:srgbClr val="FFFFFF"/>
                </a:solidFill>
                <a:latin typeface="Trebuchet MS"/>
                <a:cs typeface="Trebuchet MS"/>
              </a:rPr>
              <a:t>interactive</a:t>
            </a:r>
            <a:r>
              <a:rPr sz="1600" spc="-30" dirty="0">
                <a:solidFill>
                  <a:srgbClr val="FFFFFF"/>
                </a:solidFill>
                <a:latin typeface="Trebuchet MS"/>
                <a:cs typeface="Trebuchet MS"/>
              </a:rPr>
              <a:t> </a:t>
            </a:r>
            <a:r>
              <a:rPr sz="1600" spc="165" dirty="0">
                <a:solidFill>
                  <a:srgbClr val="FFFFFF"/>
                </a:solidFill>
                <a:latin typeface="Trebuchet MS"/>
                <a:cs typeface="Trebuchet MS"/>
              </a:rPr>
              <a:t>dashboard</a:t>
            </a:r>
            <a:r>
              <a:rPr sz="1600" spc="-35" dirty="0">
                <a:solidFill>
                  <a:srgbClr val="FFFFFF"/>
                </a:solidFill>
                <a:latin typeface="Trebuchet MS"/>
                <a:cs typeface="Trebuchet MS"/>
              </a:rPr>
              <a:t> </a:t>
            </a:r>
            <a:r>
              <a:rPr sz="1600" spc="125" dirty="0">
                <a:solidFill>
                  <a:srgbClr val="FFFFFF"/>
                </a:solidFill>
                <a:latin typeface="Trebuchet MS"/>
                <a:cs typeface="Trebuchet MS"/>
              </a:rPr>
              <a:t>enables</a:t>
            </a:r>
            <a:r>
              <a:rPr sz="1600" spc="-30" dirty="0">
                <a:solidFill>
                  <a:srgbClr val="FFFFFF"/>
                </a:solidFill>
                <a:latin typeface="Trebuchet MS"/>
                <a:cs typeface="Trebuchet MS"/>
              </a:rPr>
              <a:t> </a:t>
            </a:r>
            <a:r>
              <a:rPr sz="1600" spc="114" dirty="0">
                <a:solidFill>
                  <a:srgbClr val="FFFFFF"/>
                </a:solidFill>
                <a:latin typeface="Trebuchet MS"/>
                <a:cs typeface="Trebuchet MS"/>
              </a:rPr>
              <a:t>users</a:t>
            </a:r>
            <a:r>
              <a:rPr sz="1600" spc="-30" dirty="0">
                <a:solidFill>
                  <a:srgbClr val="FFFFFF"/>
                </a:solidFill>
                <a:latin typeface="Trebuchet MS"/>
                <a:cs typeface="Trebuchet MS"/>
              </a:rPr>
              <a:t> </a:t>
            </a:r>
            <a:r>
              <a:rPr sz="1600" dirty="0">
                <a:solidFill>
                  <a:srgbClr val="FFFFFF"/>
                </a:solidFill>
                <a:latin typeface="Trebuchet MS"/>
                <a:cs typeface="Trebuchet MS"/>
              </a:rPr>
              <a:t>to</a:t>
            </a:r>
            <a:r>
              <a:rPr sz="1600" spc="-35" dirty="0">
                <a:solidFill>
                  <a:srgbClr val="FFFFFF"/>
                </a:solidFill>
                <a:latin typeface="Trebuchet MS"/>
                <a:cs typeface="Trebuchet MS"/>
              </a:rPr>
              <a:t> </a:t>
            </a:r>
            <a:r>
              <a:rPr sz="1600" spc="90" dirty="0">
                <a:solidFill>
                  <a:srgbClr val="FFFFFF"/>
                </a:solidFill>
                <a:latin typeface="Trebuchet MS"/>
                <a:cs typeface="Trebuchet MS"/>
              </a:rPr>
              <a:t>analyze </a:t>
            </a:r>
            <a:r>
              <a:rPr sz="1600" spc="75" dirty="0">
                <a:solidFill>
                  <a:srgbClr val="FFFFFF"/>
                </a:solidFill>
                <a:latin typeface="Trebuchet MS"/>
                <a:cs typeface="Trebuchet MS"/>
              </a:rPr>
              <a:t>specific</a:t>
            </a:r>
            <a:r>
              <a:rPr sz="1600" spc="-35" dirty="0">
                <a:solidFill>
                  <a:srgbClr val="FFFFFF"/>
                </a:solidFill>
                <a:latin typeface="Trebuchet MS"/>
                <a:cs typeface="Trebuchet MS"/>
              </a:rPr>
              <a:t> </a:t>
            </a:r>
            <a:r>
              <a:rPr sz="1600" spc="130" dirty="0">
                <a:solidFill>
                  <a:srgbClr val="FFFFFF"/>
                </a:solidFill>
                <a:latin typeface="Trebuchet MS"/>
                <a:cs typeface="Trebuchet MS"/>
              </a:rPr>
              <a:t>business</a:t>
            </a:r>
            <a:r>
              <a:rPr sz="1600" spc="-30" dirty="0">
                <a:solidFill>
                  <a:srgbClr val="FFFFFF"/>
                </a:solidFill>
                <a:latin typeface="Trebuchet MS"/>
                <a:cs typeface="Trebuchet MS"/>
              </a:rPr>
              <a:t> </a:t>
            </a:r>
            <a:r>
              <a:rPr sz="1600" spc="155" dirty="0">
                <a:solidFill>
                  <a:srgbClr val="FFFFFF"/>
                </a:solidFill>
                <a:latin typeface="Trebuchet MS"/>
                <a:cs typeface="Trebuchet MS"/>
              </a:rPr>
              <a:t>segments</a:t>
            </a:r>
            <a:r>
              <a:rPr sz="1600" spc="-30" dirty="0">
                <a:solidFill>
                  <a:srgbClr val="FFFFFF"/>
                </a:solidFill>
                <a:latin typeface="Trebuchet MS"/>
                <a:cs typeface="Trebuchet MS"/>
              </a:rPr>
              <a:t> </a:t>
            </a:r>
            <a:r>
              <a:rPr sz="1600" spc="100" dirty="0">
                <a:solidFill>
                  <a:srgbClr val="FFFFFF"/>
                </a:solidFill>
                <a:latin typeface="Trebuchet MS"/>
                <a:cs typeface="Trebuchet MS"/>
              </a:rPr>
              <a:t>instead</a:t>
            </a:r>
            <a:r>
              <a:rPr sz="1600" spc="-35" dirty="0">
                <a:solidFill>
                  <a:srgbClr val="FFFFFF"/>
                </a:solidFill>
                <a:latin typeface="Trebuchet MS"/>
                <a:cs typeface="Trebuchet MS"/>
              </a:rPr>
              <a:t> </a:t>
            </a:r>
            <a:r>
              <a:rPr sz="1600" dirty="0">
                <a:solidFill>
                  <a:srgbClr val="FFFFFF"/>
                </a:solidFill>
                <a:latin typeface="Trebuchet MS"/>
                <a:cs typeface="Trebuchet MS"/>
              </a:rPr>
              <a:t>of</a:t>
            </a:r>
            <a:r>
              <a:rPr sz="1600" spc="-30" dirty="0">
                <a:solidFill>
                  <a:srgbClr val="FFFFFF"/>
                </a:solidFill>
                <a:latin typeface="Trebuchet MS"/>
                <a:cs typeface="Trebuchet MS"/>
              </a:rPr>
              <a:t> </a:t>
            </a:r>
            <a:r>
              <a:rPr sz="1600" spc="65" dirty="0">
                <a:solidFill>
                  <a:srgbClr val="FFFFFF"/>
                </a:solidFill>
                <a:latin typeface="Trebuchet MS"/>
                <a:cs typeface="Trebuchet MS"/>
              </a:rPr>
              <a:t>the</a:t>
            </a:r>
            <a:r>
              <a:rPr sz="1600" spc="-30" dirty="0">
                <a:solidFill>
                  <a:srgbClr val="FFFFFF"/>
                </a:solidFill>
                <a:latin typeface="Trebuchet MS"/>
                <a:cs typeface="Trebuchet MS"/>
              </a:rPr>
              <a:t> </a:t>
            </a:r>
            <a:r>
              <a:rPr sz="1600" spc="-10" dirty="0">
                <a:solidFill>
                  <a:srgbClr val="FFFFFF"/>
                </a:solidFill>
                <a:latin typeface="Trebuchet MS"/>
                <a:cs typeface="Trebuchet MS"/>
              </a:rPr>
              <a:t>entire </a:t>
            </a:r>
            <a:r>
              <a:rPr sz="1600" spc="70" dirty="0">
                <a:solidFill>
                  <a:srgbClr val="FFFFFF"/>
                </a:solidFill>
                <a:latin typeface="Trebuchet MS"/>
                <a:cs typeface="Trebuchet MS"/>
              </a:rPr>
              <a:t>dataset.</a:t>
            </a:r>
            <a:r>
              <a:rPr sz="1600" spc="-40" dirty="0">
                <a:solidFill>
                  <a:srgbClr val="FFFFFF"/>
                </a:solidFill>
                <a:latin typeface="Trebuchet MS"/>
                <a:cs typeface="Trebuchet MS"/>
              </a:rPr>
              <a:t> </a:t>
            </a:r>
            <a:r>
              <a:rPr sz="1600" spc="90" dirty="0">
                <a:solidFill>
                  <a:srgbClr val="FFFFFF"/>
                </a:solidFill>
                <a:latin typeface="Trebuchet MS"/>
                <a:cs typeface="Trebuchet MS"/>
              </a:rPr>
              <a:t>By</a:t>
            </a:r>
            <a:r>
              <a:rPr sz="1600" spc="-35" dirty="0">
                <a:solidFill>
                  <a:srgbClr val="FFFFFF"/>
                </a:solidFill>
                <a:latin typeface="Trebuchet MS"/>
                <a:cs typeface="Trebuchet MS"/>
              </a:rPr>
              <a:t> </a:t>
            </a:r>
            <a:r>
              <a:rPr sz="1600" spc="120" dirty="0">
                <a:solidFill>
                  <a:srgbClr val="FFFFFF"/>
                </a:solidFill>
                <a:latin typeface="Trebuchet MS"/>
                <a:cs typeface="Trebuchet MS"/>
              </a:rPr>
              <a:t>applying</a:t>
            </a:r>
            <a:r>
              <a:rPr sz="1600" spc="-40" dirty="0">
                <a:solidFill>
                  <a:srgbClr val="FFFFFF"/>
                </a:solidFill>
                <a:latin typeface="Trebuchet MS"/>
                <a:cs typeface="Trebuchet MS"/>
              </a:rPr>
              <a:t> filters,</a:t>
            </a:r>
            <a:r>
              <a:rPr sz="1600" spc="-35" dirty="0">
                <a:solidFill>
                  <a:srgbClr val="FFFFFF"/>
                </a:solidFill>
                <a:latin typeface="Trebuchet MS"/>
                <a:cs typeface="Trebuchet MS"/>
              </a:rPr>
              <a:t> </a:t>
            </a:r>
            <a:r>
              <a:rPr sz="1600" spc="120" dirty="0">
                <a:solidFill>
                  <a:srgbClr val="FFFFFF"/>
                </a:solidFill>
                <a:latin typeface="Trebuchet MS"/>
                <a:cs typeface="Trebuchet MS"/>
              </a:rPr>
              <a:t>decision-</a:t>
            </a:r>
            <a:r>
              <a:rPr sz="1600" spc="130" dirty="0">
                <a:solidFill>
                  <a:srgbClr val="FFFFFF"/>
                </a:solidFill>
                <a:latin typeface="Trebuchet MS"/>
                <a:cs typeface="Trebuchet MS"/>
              </a:rPr>
              <a:t>makers</a:t>
            </a:r>
            <a:r>
              <a:rPr sz="1600" spc="-40" dirty="0">
                <a:solidFill>
                  <a:srgbClr val="FFFFFF"/>
                </a:solidFill>
                <a:latin typeface="Trebuchet MS"/>
                <a:cs typeface="Trebuchet MS"/>
              </a:rPr>
              <a:t> </a:t>
            </a:r>
            <a:r>
              <a:rPr sz="1600" spc="160" dirty="0">
                <a:solidFill>
                  <a:srgbClr val="FFFFFF"/>
                </a:solidFill>
                <a:latin typeface="Trebuchet MS"/>
                <a:cs typeface="Trebuchet MS"/>
              </a:rPr>
              <a:t>can compare</a:t>
            </a:r>
            <a:r>
              <a:rPr sz="1600" spc="20" dirty="0">
                <a:solidFill>
                  <a:srgbClr val="FFFFFF"/>
                </a:solidFill>
                <a:latin typeface="Trebuchet MS"/>
                <a:cs typeface="Trebuchet MS"/>
              </a:rPr>
              <a:t> </a:t>
            </a:r>
            <a:r>
              <a:rPr sz="1600" spc="150" dirty="0">
                <a:solidFill>
                  <a:srgbClr val="FFFFFF"/>
                </a:solidFill>
                <a:latin typeface="Trebuchet MS"/>
                <a:cs typeface="Trebuchet MS"/>
              </a:rPr>
              <a:t>shopping</a:t>
            </a:r>
            <a:r>
              <a:rPr sz="1600" spc="20" dirty="0">
                <a:solidFill>
                  <a:srgbClr val="FFFFFF"/>
                </a:solidFill>
                <a:latin typeface="Trebuchet MS"/>
                <a:cs typeface="Trebuchet MS"/>
              </a:rPr>
              <a:t> </a:t>
            </a:r>
            <a:r>
              <a:rPr sz="1600" dirty="0">
                <a:solidFill>
                  <a:srgbClr val="FFFFFF"/>
                </a:solidFill>
                <a:latin typeface="Trebuchet MS"/>
                <a:cs typeface="Trebuchet MS"/>
              </a:rPr>
              <a:t>malls,</a:t>
            </a:r>
            <a:r>
              <a:rPr sz="1600" spc="20" dirty="0">
                <a:solidFill>
                  <a:srgbClr val="FFFFFF"/>
                </a:solidFill>
                <a:latin typeface="Trebuchet MS"/>
                <a:cs typeface="Trebuchet MS"/>
              </a:rPr>
              <a:t> </a:t>
            </a:r>
            <a:r>
              <a:rPr sz="1600" spc="95" dirty="0">
                <a:solidFill>
                  <a:srgbClr val="FFFFFF"/>
                </a:solidFill>
                <a:latin typeface="Trebuchet MS"/>
                <a:cs typeface="Trebuchet MS"/>
              </a:rPr>
              <a:t>evaluate</a:t>
            </a:r>
            <a:r>
              <a:rPr sz="1600" spc="20" dirty="0">
                <a:solidFill>
                  <a:srgbClr val="FFFFFF"/>
                </a:solidFill>
                <a:latin typeface="Trebuchet MS"/>
                <a:cs typeface="Trebuchet MS"/>
              </a:rPr>
              <a:t> </a:t>
            </a:r>
            <a:r>
              <a:rPr sz="1600" spc="145" dirty="0">
                <a:solidFill>
                  <a:srgbClr val="FFFFFF"/>
                </a:solidFill>
                <a:latin typeface="Trebuchet MS"/>
                <a:cs typeface="Trebuchet MS"/>
              </a:rPr>
              <a:t>payment</a:t>
            </a:r>
            <a:r>
              <a:rPr sz="1600" spc="20" dirty="0">
                <a:solidFill>
                  <a:srgbClr val="FFFFFF"/>
                </a:solidFill>
                <a:latin typeface="Trebuchet MS"/>
                <a:cs typeface="Trebuchet MS"/>
              </a:rPr>
              <a:t> </a:t>
            </a:r>
            <a:r>
              <a:rPr sz="1600" spc="80" dirty="0">
                <a:solidFill>
                  <a:srgbClr val="FFFFFF"/>
                </a:solidFill>
                <a:latin typeface="Trebuchet MS"/>
                <a:cs typeface="Trebuchet MS"/>
              </a:rPr>
              <a:t>methods, </a:t>
            </a:r>
            <a:r>
              <a:rPr sz="1600" dirty="0">
                <a:solidFill>
                  <a:srgbClr val="FFFFFF"/>
                </a:solidFill>
                <a:latin typeface="Trebuchet MS"/>
                <a:cs typeface="Trebuchet MS"/>
              </a:rPr>
              <a:t>identify</a:t>
            </a:r>
            <a:r>
              <a:rPr sz="1600" spc="35" dirty="0">
                <a:solidFill>
                  <a:srgbClr val="FFFFFF"/>
                </a:solidFill>
                <a:latin typeface="Trebuchet MS"/>
                <a:cs typeface="Trebuchet MS"/>
              </a:rPr>
              <a:t> </a:t>
            </a:r>
            <a:r>
              <a:rPr sz="1600" spc="100" dirty="0">
                <a:solidFill>
                  <a:srgbClr val="FFFFFF"/>
                </a:solidFill>
                <a:latin typeface="Trebuchet MS"/>
                <a:cs typeface="Trebuchet MS"/>
              </a:rPr>
              <a:t>location-</a:t>
            </a:r>
            <a:r>
              <a:rPr sz="1600" spc="75" dirty="0">
                <a:solidFill>
                  <a:srgbClr val="FFFFFF"/>
                </a:solidFill>
                <a:latin typeface="Trebuchet MS"/>
                <a:cs typeface="Trebuchet MS"/>
              </a:rPr>
              <a:t>specific</a:t>
            </a:r>
            <a:r>
              <a:rPr sz="1600" spc="40" dirty="0">
                <a:solidFill>
                  <a:srgbClr val="FFFFFF"/>
                </a:solidFill>
                <a:latin typeface="Trebuchet MS"/>
                <a:cs typeface="Trebuchet MS"/>
              </a:rPr>
              <a:t> </a:t>
            </a:r>
            <a:r>
              <a:rPr sz="1600" spc="120" dirty="0">
                <a:solidFill>
                  <a:srgbClr val="FFFFFF"/>
                </a:solidFill>
                <a:latin typeface="Trebuchet MS"/>
                <a:cs typeface="Trebuchet MS"/>
              </a:rPr>
              <a:t>customer</a:t>
            </a:r>
            <a:r>
              <a:rPr sz="1600" spc="40" dirty="0">
                <a:solidFill>
                  <a:srgbClr val="FFFFFF"/>
                </a:solidFill>
                <a:latin typeface="Trebuchet MS"/>
                <a:cs typeface="Trebuchet MS"/>
              </a:rPr>
              <a:t> </a:t>
            </a:r>
            <a:r>
              <a:rPr sz="1600" spc="65" dirty="0">
                <a:solidFill>
                  <a:srgbClr val="FFFFFF"/>
                </a:solidFill>
                <a:latin typeface="Trebuchet MS"/>
                <a:cs typeface="Trebuchet MS"/>
              </a:rPr>
              <a:t>behaviour,</a:t>
            </a:r>
            <a:r>
              <a:rPr sz="1600" spc="40" dirty="0">
                <a:solidFill>
                  <a:srgbClr val="FFFFFF"/>
                </a:solidFill>
                <a:latin typeface="Trebuchet MS"/>
                <a:cs typeface="Trebuchet MS"/>
              </a:rPr>
              <a:t> </a:t>
            </a:r>
            <a:r>
              <a:rPr sz="1600" spc="165" dirty="0">
                <a:solidFill>
                  <a:srgbClr val="FFFFFF"/>
                </a:solidFill>
                <a:latin typeface="Trebuchet MS"/>
                <a:cs typeface="Trebuchet MS"/>
              </a:rPr>
              <a:t>and </a:t>
            </a:r>
            <a:r>
              <a:rPr sz="1600" spc="110" dirty="0">
                <a:solidFill>
                  <a:srgbClr val="FFFFFF"/>
                </a:solidFill>
                <a:latin typeface="Trebuchet MS"/>
                <a:cs typeface="Trebuchet MS"/>
              </a:rPr>
              <a:t>uncover</a:t>
            </a:r>
            <a:r>
              <a:rPr sz="1600" spc="-40" dirty="0">
                <a:solidFill>
                  <a:srgbClr val="FFFFFF"/>
                </a:solidFill>
                <a:latin typeface="Trebuchet MS"/>
                <a:cs typeface="Trebuchet MS"/>
              </a:rPr>
              <a:t> </a:t>
            </a:r>
            <a:r>
              <a:rPr sz="1600" spc="95" dirty="0">
                <a:solidFill>
                  <a:srgbClr val="FFFFFF"/>
                </a:solidFill>
                <a:latin typeface="Trebuchet MS"/>
                <a:cs typeface="Trebuchet MS"/>
              </a:rPr>
              <a:t>targeted</a:t>
            </a:r>
            <a:r>
              <a:rPr sz="1600" spc="-40" dirty="0">
                <a:solidFill>
                  <a:srgbClr val="FFFFFF"/>
                </a:solidFill>
                <a:latin typeface="Trebuchet MS"/>
                <a:cs typeface="Trebuchet MS"/>
              </a:rPr>
              <a:t> </a:t>
            </a:r>
            <a:r>
              <a:rPr sz="1600" spc="120" dirty="0">
                <a:solidFill>
                  <a:srgbClr val="FFFFFF"/>
                </a:solidFill>
                <a:latin typeface="Trebuchet MS"/>
                <a:cs typeface="Trebuchet MS"/>
              </a:rPr>
              <a:t>sales</a:t>
            </a:r>
            <a:r>
              <a:rPr sz="1600" spc="-35" dirty="0">
                <a:solidFill>
                  <a:srgbClr val="FFFFFF"/>
                </a:solidFill>
                <a:latin typeface="Trebuchet MS"/>
                <a:cs typeface="Trebuchet MS"/>
              </a:rPr>
              <a:t> </a:t>
            </a:r>
            <a:r>
              <a:rPr sz="1600" spc="35" dirty="0">
                <a:solidFill>
                  <a:srgbClr val="FFFFFF"/>
                </a:solidFill>
                <a:latin typeface="Trebuchet MS"/>
                <a:cs typeface="Trebuchet MS"/>
              </a:rPr>
              <a:t>opportunities.</a:t>
            </a:r>
            <a:endParaRPr sz="1600">
              <a:latin typeface="Trebuchet MS"/>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 y="0"/>
            <a:ext cx="18108930" cy="10287000"/>
            <a:chOff x="-27" y="0"/>
            <a:chExt cx="18108930" cy="10287000"/>
          </a:xfrm>
        </p:grpSpPr>
        <p:pic>
          <p:nvPicPr>
            <p:cNvPr id="3" name="object 3"/>
            <p:cNvPicPr/>
            <p:nvPr/>
          </p:nvPicPr>
          <p:blipFill>
            <a:blip r:embed="rId2" cstate="print"/>
            <a:stretch>
              <a:fillRect/>
            </a:stretch>
          </p:blipFill>
          <p:spPr>
            <a:xfrm>
              <a:off x="-27" y="0"/>
              <a:ext cx="18108413" cy="10286999"/>
            </a:xfrm>
            <a:prstGeom prst="rect">
              <a:avLst/>
            </a:prstGeom>
          </p:spPr>
        </p:pic>
        <p:sp>
          <p:nvSpPr>
            <p:cNvPr id="4" name="object 4"/>
            <p:cNvSpPr/>
            <p:nvPr/>
          </p:nvSpPr>
          <p:spPr>
            <a:xfrm>
              <a:off x="0" y="69345"/>
              <a:ext cx="9083040" cy="1725295"/>
            </a:xfrm>
            <a:custGeom>
              <a:avLst/>
              <a:gdLst/>
              <a:ahLst/>
              <a:cxnLst/>
              <a:rect l="l" t="t" r="r" b="b"/>
              <a:pathLst>
                <a:path w="9083040" h="1725295">
                  <a:moveTo>
                    <a:pt x="0" y="242109"/>
                  </a:moveTo>
                  <a:lnTo>
                    <a:pt x="1726167" y="242109"/>
                  </a:lnTo>
                  <a:lnTo>
                    <a:pt x="1484131" y="0"/>
                  </a:lnTo>
                  <a:lnTo>
                    <a:pt x="0" y="0"/>
                  </a:lnTo>
                  <a:lnTo>
                    <a:pt x="0" y="51541"/>
                  </a:lnTo>
                  <a:lnTo>
                    <a:pt x="1462098" y="51541"/>
                  </a:lnTo>
                  <a:lnTo>
                    <a:pt x="1652268" y="241769"/>
                  </a:lnTo>
                  <a:lnTo>
                    <a:pt x="0" y="241769"/>
                  </a:lnTo>
                  <a:lnTo>
                    <a:pt x="0" y="242109"/>
                  </a:lnTo>
                  <a:close/>
                </a:path>
                <a:path w="9083040" h="1725295">
                  <a:moveTo>
                    <a:pt x="4709776" y="241769"/>
                  </a:moveTo>
                  <a:lnTo>
                    <a:pt x="4769241" y="241769"/>
                  </a:lnTo>
                  <a:lnTo>
                    <a:pt x="4845851" y="109186"/>
                  </a:lnTo>
                  <a:lnTo>
                    <a:pt x="8465879" y="109186"/>
                  </a:lnTo>
                  <a:lnTo>
                    <a:pt x="8465879" y="57306"/>
                  </a:lnTo>
                  <a:lnTo>
                    <a:pt x="4816021" y="57306"/>
                  </a:lnTo>
                  <a:lnTo>
                    <a:pt x="4709776" y="241769"/>
                  </a:lnTo>
                  <a:close/>
                </a:path>
                <a:path w="9083040" h="1725295">
                  <a:moveTo>
                    <a:pt x="8997408" y="352990"/>
                  </a:moveTo>
                  <a:lnTo>
                    <a:pt x="9030634" y="346267"/>
                  </a:lnTo>
                  <a:lnTo>
                    <a:pt x="9057790" y="327940"/>
                  </a:lnTo>
                  <a:lnTo>
                    <a:pt x="9076111" y="300776"/>
                  </a:lnTo>
                  <a:lnTo>
                    <a:pt x="9082832" y="267540"/>
                  </a:lnTo>
                  <a:lnTo>
                    <a:pt x="9076111" y="234304"/>
                  </a:lnTo>
                  <a:lnTo>
                    <a:pt x="9057790" y="207140"/>
                  </a:lnTo>
                  <a:lnTo>
                    <a:pt x="9030634" y="188813"/>
                  </a:lnTo>
                  <a:lnTo>
                    <a:pt x="8997408" y="182090"/>
                  </a:lnTo>
                  <a:lnTo>
                    <a:pt x="8970062" y="186551"/>
                  </a:lnTo>
                  <a:lnTo>
                    <a:pt x="8946433" y="198960"/>
                  </a:lnTo>
                  <a:lnTo>
                    <a:pt x="8927953" y="217853"/>
                  </a:lnTo>
                  <a:lnTo>
                    <a:pt x="8916052" y="241769"/>
                  </a:lnTo>
                  <a:lnTo>
                    <a:pt x="4709776" y="241769"/>
                  </a:lnTo>
                  <a:lnTo>
                    <a:pt x="4709579" y="242109"/>
                  </a:lnTo>
                  <a:lnTo>
                    <a:pt x="0" y="242109"/>
                  </a:lnTo>
                  <a:lnTo>
                    <a:pt x="0" y="292972"/>
                  </a:lnTo>
                  <a:lnTo>
                    <a:pt x="4679071" y="292972"/>
                  </a:lnTo>
                  <a:lnTo>
                    <a:pt x="4678876" y="293310"/>
                  </a:lnTo>
                  <a:lnTo>
                    <a:pt x="8916051" y="293310"/>
                  </a:lnTo>
                  <a:lnTo>
                    <a:pt x="8928001" y="317226"/>
                  </a:lnTo>
                  <a:lnTo>
                    <a:pt x="8946560" y="336120"/>
                  </a:lnTo>
                  <a:lnTo>
                    <a:pt x="8970204" y="348529"/>
                  </a:lnTo>
                  <a:lnTo>
                    <a:pt x="8997408" y="352990"/>
                  </a:lnTo>
                  <a:close/>
                </a:path>
                <a:path w="9083040" h="1725295">
                  <a:moveTo>
                    <a:pt x="2289562" y="878917"/>
                  </a:moveTo>
                  <a:lnTo>
                    <a:pt x="2363461" y="878917"/>
                  </a:lnTo>
                  <a:lnTo>
                    <a:pt x="1777693" y="292972"/>
                  </a:lnTo>
                  <a:lnTo>
                    <a:pt x="0" y="292972"/>
                  </a:lnTo>
                  <a:lnTo>
                    <a:pt x="0" y="293650"/>
                  </a:lnTo>
                  <a:lnTo>
                    <a:pt x="1704473" y="293650"/>
                  </a:lnTo>
                  <a:lnTo>
                    <a:pt x="2289562" y="878917"/>
                  </a:lnTo>
                  <a:close/>
                </a:path>
                <a:path w="9083040" h="1725295">
                  <a:moveTo>
                    <a:pt x="2289900" y="879255"/>
                  </a:moveTo>
                  <a:lnTo>
                    <a:pt x="4401103" y="879255"/>
                  </a:lnTo>
                  <a:lnTo>
                    <a:pt x="4739410" y="293310"/>
                  </a:lnTo>
                  <a:lnTo>
                    <a:pt x="4678876" y="293310"/>
                  </a:lnTo>
                  <a:lnTo>
                    <a:pt x="4341102" y="878917"/>
                  </a:lnTo>
                  <a:lnTo>
                    <a:pt x="2289562" y="878917"/>
                  </a:lnTo>
                  <a:lnTo>
                    <a:pt x="2289900" y="879255"/>
                  </a:lnTo>
                  <a:close/>
                </a:path>
                <a:path w="9083040" h="1725295">
                  <a:moveTo>
                    <a:pt x="5596366" y="879255"/>
                  </a:moveTo>
                  <a:lnTo>
                    <a:pt x="5656367" y="879255"/>
                  </a:lnTo>
                  <a:lnTo>
                    <a:pt x="5724502" y="761253"/>
                  </a:lnTo>
                  <a:lnTo>
                    <a:pt x="8317064" y="761253"/>
                  </a:lnTo>
                  <a:lnTo>
                    <a:pt x="8317064" y="709033"/>
                  </a:lnTo>
                  <a:lnTo>
                    <a:pt x="5694672" y="709033"/>
                  </a:lnTo>
                  <a:lnTo>
                    <a:pt x="5596366" y="879255"/>
                  </a:lnTo>
                  <a:close/>
                </a:path>
                <a:path w="9083040" h="1725295">
                  <a:moveTo>
                    <a:pt x="8515371" y="990476"/>
                  </a:moveTo>
                  <a:lnTo>
                    <a:pt x="8548597" y="983753"/>
                  </a:lnTo>
                  <a:lnTo>
                    <a:pt x="8575753" y="965426"/>
                  </a:lnTo>
                  <a:lnTo>
                    <a:pt x="8594074" y="938262"/>
                  </a:lnTo>
                  <a:lnTo>
                    <a:pt x="8600795" y="905026"/>
                  </a:lnTo>
                  <a:lnTo>
                    <a:pt x="8594074" y="871790"/>
                  </a:lnTo>
                  <a:lnTo>
                    <a:pt x="8575753" y="844626"/>
                  </a:lnTo>
                  <a:lnTo>
                    <a:pt x="8548597" y="826300"/>
                  </a:lnTo>
                  <a:lnTo>
                    <a:pt x="8515371" y="819576"/>
                  </a:lnTo>
                  <a:lnTo>
                    <a:pt x="8488024" y="824037"/>
                  </a:lnTo>
                  <a:lnTo>
                    <a:pt x="8464396" y="836446"/>
                  </a:lnTo>
                  <a:lnTo>
                    <a:pt x="8445916" y="855340"/>
                  </a:lnTo>
                  <a:lnTo>
                    <a:pt x="8434015" y="879255"/>
                  </a:lnTo>
                  <a:lnTo>
                    <a:pt x="2289900" y="879255"/>
                  </a:lnTo>
                  <a:lnTo>
                    <a:pt x="2290239" y="879595"/>
                  </a:lnTo>
                  <a:lnTo>
                    <a:pt x="0" y="879595"/>
                  </a:lnTo>
                  <a:lnTo>
                    <a:pt x="0" y="930796"/>
                  </a:lnTo>
                  <a:lnTo>
                    <a:pt x="8434014" y="930796"/>
                  </a:lnTo>
                  <a:lnTo>
                    <a:pt x="8445963" y="954712"/>
                  </a:lnTo>
                  <a:lnTo>
                    <a:pt x="8464523" y="973606"/>
                  </a:lnTo>
                  <a:lnTo>
                    <a:pt x="8488167" y="986015"/>
                  </a:lnTo>
                  <a:lnTo>
                    <a:pt x="8515371" y="990476"/>
                  </a:lnTo>
                  <a:close/>
                </a:path>
                <a:path w="9083040" h="1725295">
                  <a:moveTo>
                    <a:pt x="1475319" y="1725281"/>
                  </a:moveTo>
                  <a:lnTo>
                    <a:pt x="5167888" y="1725281"/>
                  </a:lnTo>
                  <a:lnTo>
                    <a:pt x="5626536" y="930796"/>
                  </a:lnTo>
                  <a:lnTo>
                    <a:pt x="0" y="930796"/>
                  </a:lnTo>
                  <a:lnTo>
                    <a:pt x="0" y="931136"/>
                  </a:lnTo>
                  <a:lnTo>
                    <a:pt x="4311271" y="931136"/>
                  </a:lnTo>
                  <a:lnTo>
                    <a:pt x="4311075" y="931475"/>
                  </a:lnTo>
                  <a:lnTo>
                    <a:pt x="5566196" y="931475"/>
                  </a:lnTo>
                  <a:lnTo>
                    <a:pt x="5137718" y="1673740"/>
                  </a:lnTo>
                  <a:lnTo>
                    <a:pt x="1423795" y="1673740"/>
                  </a:lnTo>
                  <a:lnTo>
                    <a:pt x="1475319" y="1725281"/>
                  </a:lnTo>
                  <a:close/>
                </a:path>
                <a:path w="9083040" h="1725295">
                  <a:moveTo>
                    <a:pt x="2585156" y="1174601"/>
                  </a:moveTo>
                  <a:lnTo>
                    <a:pt x="2659056" y="1174601"/>
                  </a:lnTo>
                  <a:lnTo>
                    <a:pt x="2415664" y="931136"/>
                  </a:lnTo>
                  <a:lnTo>
                    <a:pt x="0" y="931136"/>
                  </a:lnTo>
                  <a:lnTo>
                    <a:pt x="0" y="931475"/>
                  </a:lnTo>
                  <a:lnTo>
                    <a:pt x="2342104" y="931475"/>
                  </a:lnTo>
                  <a:lnTo>
                    <a:pt x="2585156" y="1174601"/>
                  </a:lnTo>
                  <a:close/>
                </a:path>
                <a:path w="9083040" h="1725295">
                  <a:moveTo>
                    <a:pt x="2637700" y="1227160"/>
                  </a:moveTo>
                  <a:lnTo>
                    <a:pt x="4200423" y="1227160"/>
                  </a:lnTo>
                  <a:lnTo>
                    <a:pt x="4370933" y="931475"/>
                  </a:lnTo>
                  <a:lnTo>
                    <a:pt x="4311075" y="931475"/>
                  </a:lnTo>
                  <a:lnTo>
                    <a:pt x="4170593" y="1174601"/>
                  </a:lnTo>
                  <a:lnTo>
                    <a:pt x="2585156" y="1174601"/>
                  </a:lnTo>
                  <a:lnTo>
                    <a:pt x="2637700" y="1227160"/>
                  </a:lnTo>
                  <a:close/>
                </a:path>
                <a:path w="9083040" h="1725295">
                  <a:moveTo>
                    <a:pt x="1423795" y="1673740"/>
                  </a:moveTo>
                  <a:lnTo>
                    <a:pt x="1497013" y="1673740"/>
                  </a:lnTo>
                  <a:lnTo>
                    <a:pt x="986501" y="1163073"/>
                  </a:lnTo>
                  <a:lnTo>
                    <a:pt x="0" y="1163073"/>
                  </a:lnTo>
                  <a:lnTo>
                    <a:pt x="0" y="1214613"/>
                  </a:lnTo>
                  <a:lnTo>
                    <a:pt x="964807" y="1214613"/>
                  </a:lnTo>
                  <a:lnTo>
                    <a:pt x="1423795" y="1673740"/>
                  </a:lnTo>
                  <a:close/>
                </a:path>
                <a:path w="9083040" h="1725295">
                  <a:moveTo>
                    <a:pt x="691583" y="1659498"/>
                  </a:moveTo>
                  <a:lnTo>
                    <a:pt x="1102434" y="1659498"/>
                  </a:lnTo>
                  <a:lnTo>
                    <a:pt x="786838" y="1343807"/>
                  </a:lnTo>
                  <a:lnTo>
                    <a:pt x="375988" y="1343807"/>
                  </a:lnTo>
                  <a:lnTo>
                    <a:pt x="691583" y="1659498"/>
                  </a:lnTo>
                  <a:close/>
                </a:path>
                <a:path w="9083040" h="1725295">
                  <a:moveTo>
                    <a:pt x="305818" y="1659498"/>
                  </a:moveTo>
                  <a:lnTo>
                    <a:pt x="570904" y="1659498"/>
                  </a:lnTo>
                  <a:lnTo>
                    <a:pt x="255309" y="1343807"/>
                  </a:lnTo>
                  <a:lnTo>
                    <a:pt x="0" y="1343807"/>
                  </a:lnTo>
                  <a:lnTo>
                    <a:pt x="0" y="1353587"/>
                  </a:lnTo>
                  <a:lnTo>
                    <a:pt x="305818" y="1659498"/>
                  </a:lnTo>
                  <a:close/>
                </a:path>
                <a:path w="9083040" h="1725295">
                  <a:moveTo>
                    <a:pt x="0" y="1659498"/>
                  </a:moveTo>
                  <a:lnTo>
                    <a:pt x="185816" y="1659498"/>
                  </a:lnTo>
                  <a:lnTo>
                    <a:pt x="0" y="1473625"/>
                  </a:lnTo>
                  <a:lnTo>
                    <a:pt x="0" y="1659498"/>
                  </a:lnTo>
                  <a:close/>
                </a:path>
              </a:pathLst>
            </a:custGeom>
            <a:solidFill>
              <a:srgbClr val="0FD3F9"/>
            </a:solidFill>
          </p:spPr>
          <p:txBody>
            <a:bodyPr wrap="square" lIns="0" tIns="0" rIns="0" bIns="0" rtlCol="0"/>
            <a:lstStyle/>
            <a:p>
              <a:endParaRPr/>
            </a:p>
          </p:txBody>
        </p:sp>
        <p:sp>
          <p:nvSpPr>
            <p:cNvPr id="5" name="object 5"/>
            <p:cNvSpPr/>
            <p:nvPr/>
          </p:nvSpPr>
          <p:spPr>
            <a:xfrm>
              <a:off x="14251133" y="9096248"/>
              <a:ext cx="286385" cy="286385"/>
            </a:xfrm>
            <a:custGeom>
              <a:avLst/>
              <a:gdLst/>
              <a:ahLst/>
              <a:cxnLst/>
              <a:rect l="l" t="t" r="r" b="b"/>
              <a:pathLst>
                <a:path w="286384" h="286384">
                  <a:moveTo>
                    <a:pt x="143000" y="286001"/>
                  </a:moveTo>
                  <a:lnTo>
                    <a:pt x="97800" y="278711"/>
                  </a:lnTo>
                  <a:lnTo>
                    <a:pt x="58545" y="258410"/>
                  </a:lnTo>
                  <a:lnTo>
                    <a:pt x="27590" y="227455"/>
                  </a:lnTo>
                  <a:lnTo>
                    <a:pt x="7290" y="188200"/>
                  </a:lnTo>
                  <a:lnTo>
                    <a:pt x="0" y="143000"/>
                  </a:lnTo>
                  <a:lnTo>
                    <a:pt x="7290" y="97801"/>
                  </a:lnTo>
                  <a:lnTo>
                    <a:pt x="27590" y="58546"/>
                  </a:lnTo>
                  <a:lnTo>
                    <a:pt x="58545" y="27590"/>
                  </a:lnTo>
                  <a:lnTo>
                    <a:pt x="97800" y="7290"/>
                  </a:lnTo>
                  <a:lnTo>
                    <a:pt x="143000" y="0"/>
                  </a:lnTo>
                  <a:lnTo>
                    <a:pt x="188199" y="7290"/>
                  </a:lnTo>
                  <a:lnTo>
                    <a:pt x="227454" y="27590"/>
                  </a:lnTo>
                  <a:lnTo>
                    <a:pt x="258410" y="58546"/>
                  </a:lnTo>
                  <a:lnTo>
                    <a:pt x="278711" y="97801"/>
                  </a:lnTo>
                  <a:lnTo>
                    <a:pt x="286001" y="143000"/>
                  </a:lnTo>
                  <a:lnTo>
                    <a:pt x="278711" y="188200"/>
                  </a:lnTo>
                  <a:lnTo>
                    <a:pt x="258410" y="227455"/>
                  </a:lnTo>
                  <a:lnTo>
                    <a:pt x="227454" y="258410"/>
                  </a:lnTo>
                  <a:lnTo>
                    <a:pt x="188199" y="278711"/>
                  </a:lnTo>
                  <a:lnTo>
                    <a:pt x="143000" y="286001"/>
                  </a:lnTo>
                  <a:close/>
                </a:path>
              </a:pathLst>
            </a:custGeom>
            <a:solidFill>
              <a:srgbClr val="64DAFF"/>
            </a:solidFill>
          </p:spPr>
          <p:txBody>
            <a:bodyPr wrap="square" lIns="0" tIns="0" rIns="0" bIns="0" rtlCol="0"/>
            <a:lstStyle/>
            <a:p>
              <a:endParaRPr/>
            </a:p>
          </p:txBody>
        </p:sp>
        <p:pic>
          <p:nvPicPr>
            <p:cNvPr id="6" name="object 6"/>
            <p:cNvPicPr/>
            <p:nvPr/>
          </p:nvPicPr>
          <p:blipFill>
            <a:blip r:embed="rId3" cstate="print"/>
            <a:stretch>
              <a:fillRect/>
            </a:stretch>
          </p:blipFill>
          <p:spPr>
            <a:xfrm>
              <a:off x="5125466" y="1105922"/>
              <a:ext cx="4638674" cy="4343399"/>
            </a:xfrm>
            <a:prstGeom prst="rect">
              <a:avLst/>
            </a:prstGeom>
          </p:spPr>
        </p:pic>
        <p:pic>
          <p:nvPicPr>
            <p:cNvPr id="7" name="object 7"/>
            <p:cNvPicPr/>
            <p:nvPr/>
          </p:nvPicPr>
          <p:blipFill>
            <a:blip r:embed="rId4" cstate="print"/>
            <a:stretch>
              <a:fillRect/>
            </a:stretch>
          </p:blipFill>
          <p:spPr>
            <a:xfrm>
              <a:off x="257617" y="1396886"/>
              <a:ext cx="4791074" cy="3857624"/>
            </a:xfrm>
            <a:prstGeom prst="rect">
              <a:avLst/>
            </a:prstGeom>
          </p:spPr>
        </p:pic>
        <p:pic>
          <p:nvPicPr>
            <p:cNvPr id="8" name="object 8"/>
            <p:cNvPicPr/>
            <p:nvPr/>
          </p:nvPicPr>
          <p:blipFill>
            <a:blip r:embed="rId5" cstate="print"/>
            <a:stretch>
              <a:fillRect/>
            </a:stretch>
          </p:blipFill>
          <p:spPr>
            <a:xfrm>
              <a:off x="2561178" y="5505694"/>
              <a:ext cx="5124449" cy="4600574"/>
            </a:xfrm>
            <a:prstGeom prst="rect">
              <a:avLst/>
            </a:prstGeom>
          </p:spPr>
        </p:pic>
        <p:sp>
          <p:nvSpPr>
            <p:cNvPr id="9" name="object 9"/>
            <p:cNvSpPr/>
            <p:nvPr/>
          </p:nvSpPr>
          <p:spPr>
            <a:xfrm>
              <a:off x="9843056" y="2297956"/>
              <a:ext cx="8041640" cy="5691505"/>
            </a:xfrm>
            <a:custGeom>
              <a:avLst/>
              <a:gdLst/>
              <a:ahLst/>
              <a:cxnLst/>
              <a:rect l="l" t="t" r="r" b="b"/>
              <a:pathLst>
                <a:path w="8041640" h="5691505">
                  <a:moveTo>
                    <a:pt x="7555463" y="5691086"/>
                  </a:moveTo>
                  <a:lnTo>
                    <a:pt x="485774" y="5691086"/>
                  </a:lnTo>
                  <a:lnTo>
                    <a:pt x="437762" y="5688709"/>
                  </a:lnTo>
                  <a:lnTo>
                    <a:pt x="390562" y="5681666"/>
                  </a:lnTo>
                  <a:lnTo>
                    <a:pt x="344494" y="5670089"/>
                  </a:lnTo>
                  <a:lnTo>
                    <a:pt x="299876" y="5654109"/>
                  </a:lnTo>
                  <a:lnTo>
                    <a:pt x="257028" y="5633859"/>
                  </a:lnTo>
                  <a:lnTo>
                    <a:pt x="216266" y="5609471"/>
                  </a:lnTo>
                  <a:lnTo>
                    <a:pt x="177911" y="5581076"/>
                  </a:lnTo>
                  <a:lnTo>
                    <a:pt x="142280" y="5548806"/>
                  </a:lnTo>
                  <a:lnTo>
                    <a:pt x="110010" y="5513175"/>
                  </a:lnTo>
                  <a:lnTo>
                    <a:pt x="81615" y="5474820"/>
                  </a:lnTo>
                  <a:lnTo>
                    <a:pt x="57227" y="5434058"/>
                  </a:lnTo>
                  <a:lnTo>
                    <a:pt x="36977" y="5391209"/>
                  </a:lnTo>
                  <a:lnTo>
                    <a:pt x="20997" y="5346592"/>
                  </a:lnTo>
                  <a:lnTo>
                    <a:pt x="9420" y="5300524"/>
                  </a:lnTo>
                  <a:lnTo>
                    <a:pt x="2377" y="5253324"/>
                  </a:lnTo>
                  <a:lnTo>
                    <a:pt x="0" y="5205311"/>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7555463" y="0"/>
                  </a:lnTo>
                  <a:lnTo>
                    <a:pt x="7603476" y="2377"/>
                  </a:lnTo>
                  <a:lnTo>
                    <a:pt x="7650675" y="9420"/>
                  </a:lnTo>
                  <a:lnTo>
                    <a:pt x="7696743" y="20997"/>
                  </a:lnTo>
                  <a:lnTo>
                    <a:pt x="7741361" y="36977"/>
                  </a:lnTo>
                  <a:lnTo>
                    <a:pt x="7784209" y="57227"/>
                  </a:lnTo>
                  <a:lnTo>
                    <a:pt x="7824971" y="81615"/>
                  </a:lnTo>
                  <a:lnTo>
                    <a:pt x="7863326" y="110010"/>
                  </a:lnTo>
                  <a:lnTo>
                    <a:pt x="7898957" y="142280"/>
                  </a:lnTo>
                  <a:lnTo>
                    <a:pt x="7931227" y="177911"/>
                  </a:lnTo>
                  <a:lnTo>
                    <a:pt x="7959622" y="216266"/>
                  </a:lnTo>
                  <a:lnTo>
                    <a:pt x="7984010" y="257028"/>
                  </a:lnTo>
                  <a:lnTo>
                    <a:pt x="8004260" y="299876"/>
                  </a:lnTo>
                  <a:lnTo>
                    <a:pt x="8020240" y="344494"/>
                  </a:lnTo>
                  <a:lnTo>
                    <a:pt x="8031818" y="390562"/>
                  </a:lnTo>
                  <a:lnTo>
                    <a:pt x="8038861" y="437762"/>
                  </a:lnTo>
                  <a:lnTo>
                    <a:pt x="8041238" y="485774"/>
                  </a:lnTo>
                  <a:lnTo>
                    <a:pt x="8041238" y="5205311"/>
                  </a:lnTo>
                  <a:lnTo>
                    <a:pt x="8038861" y="5253324"/>
                  </a:lnTo>
                  <a:lnTo>
                    <a:pt x="8031818" y="5300524"/>
                  </a:lnTo>
                  <a:lnTo>
                    <a:pt x="8020240" y="5346592"/>
                  </a:lnTo>
                  <a:lnTo>
                    <a:pt x="8004260" y="5391209"/>
                  </a:lnTo>
                  <a:lnTo>
                    <a:pt x="7984010" y="5434058"/>
                  </a:lnTo>
                  <a:lnTo>
                    <a:pt x="7959622" y="5474820"/>
                  </a:lnTo>
                  <a:lnTo>
                    <a:pt x="7931227" y="5513175"/>
                  </a:lnTo>
                  <a:lnTo>
                    <a:pt x="7898957" y="5548806"/>
                  </a:lnTo>
                  <a:lnTo>
                    <a:pt x="7863326" y="5581076"/>
                  </a:lnTo>
                  <a:lnTo>
                    <a:pt x="7824971" y="5609471"/>
                  </a:lnTo>
                  <a:lnTo>
                    <a:pt x="7784209" y="5633859"/>
                  </a:lnTo>
                  <a:lnTo>
                    <a:pt x="7741361" y="5654109"/>
                  </a:lnTo>
                  <a:lnTo>
                    <a:pt x="7696743" y="5670089"/>
                  </a:lnTo>
                  <a:lnTo>
                    <a:pt x="7650675" y="5681666"/>
                  </a:lnTo>
                  <a:lnTo>
                    <a:pt x="7603476" y="5688709"/>
                  </a:lnTo>
                  <a:lnTo>
                    <a:pt x="7555463" y="5691086"/>
                  </a:lnTo>
                  <a:close/>
                </a:path>
              </a:pathLst>
            </a:custGeom>
            <a:solidFill>
              <a:srgbClr val="0FD3F9">
                <a:alpha val="50000"/>
              </a:srgbClr>
            </a:solidFill>
          </p:spPr>
          <p:txBody>
            <a:bodyPr wrap="square" lIns="0" tIns="0" rIns="0" bIns="0" rtlCol="0"/>
            <a:lstStyle/>
            <a:p>
              <a:endParaRPr/>
            </a:p>
          </p:txBody>
        </p:sp>
        <p:pic>
          <p:nvPicPr>
            <p:cNvPr id="10" name="object 10"/>
            <p:cNvPicPr/>
            <p:nvPr/>
          </p:nvPicPr>
          <p:blipFill>
            <a:blip r:embed="rId6" cstate="print"/>
            <a:stretch>
              <a:fillRect/>
            </a:stretch>
          </p:blipFill>
          <p:spPr>
            <a:xfrm>
              <a:off x="10077593" y="3504459"/>
              <a:ext cx="76200" cy="76199"/>
            </a:xfrm>
            <a:prstGeom prst="rect">
              <a:avLst/>
            </a:prstGeom>
          </p:spPr>
        </p:pic>
        <p:pic>
          <p:nvPicPr>
            <p:cNvPr id="11" name="object 11"/>
            <p:cNvPicPr/>
            <p:nvPr/>
          </p:nvPicPr>
          <p:blipFill>
            <a:blip r:embed="rId6" cstate="print"/>
            <a:stretch>
              <a:fillRect/>
            </a:stretch>
          </p:blipFill>
          <p:spPr>
            <a:xfrm>
              <a:off x="10077593" y="3818784"/>
              <a:ext cx="76200" cy="76199"/>
            </a:xfrm>
            <a:prstGeom prst="rect">
              <a:avLst/>
            </a:prstGeom>
          </p:spPr>
        </p:pic>
        <p:pic>
          <p:nvPicPr>
            <p:cNvPr id="12" name="object 12"/>
            <p:cNvPicPr/>
            <p:nvPr/>
          </p:nvPicPr>
          <p:blipFill>
            <a:blip r:embed="rId6" cstate="print"/>
            <a:stretch>
              <a:fillRect/>
            </a:stretch>
          </p:blipFill>
          <p:spPr>
            <a:xfrm>
              <a:off x="10077593" y="4133109"/>
              <a:ext cx="76200" cy="76199"/>
            </a:xfrm>
            <a:prstGeom prst="rect">
              <a:avLst/>
            </a:prstGeom>
          </p:spPr>
        </p:pic>
      </p:grpSp>
      <p:sp>
        <p:nvSpPr>
          <p:cNvPr id="13" name="object 13"/>
          <p:cNvSpPr txBox="1">
            <a:spLocks noGrp="1"/>
          </p:cNvSpPr>
          <p:nvPr>
            <p:ph type="body" idx="1"/>
          </p:nvPr>
        </p:nvSpPr>
        <p:spPr>
          <a:prstGeom prst="rect">
            <a:avLst/>
          </a:prstGeom>
        </p:spPr>
        <p:txBody>
          <a:bodyPr vert="horz" wrap="square" lIns="0" tIns="13970" rIns="0" bIns="0" rtlCol="0">
            <a:spAutoFit/>
          </a:bodyPr>
          <a:lstStyle/>
          <a:p>
            <a:pPr marL="12700">
              <a:lnSpc>
                <a:spcPct val="100000"/>
              </a:lnSpc>
              <a:spcBef>
                <a:spcPts val="110"/>
              </a:spcBef>
            </a:pPr>
            <a:r>
              <a:rPr sz="2050" b="0" spc="245" dirty="0">
                <a:latin typeface="Segoe UI Symbol"/>
                <a:cs typeface="Segoe UI Symbol"/>
              </a:rPr>
              <a:t>📌</a:t>
            </a:r>
            <a:r>
              <a:rPr sz="2050" b="0" spc="-254" dirty="0">
                <a:latin typeface="Segoe UI Symbol"/>
                <a:cs typeface="Segoe UI Symbol"/>
              </a:rPr>
              <a:t> </a:t>
            </a:r>
            <a:r>
              <a:rPr spc="60" dirty="0"/>
              <a:t>Observation:</a:t>
            </a:r>
            <a:endParaRPr sz="2050">
              <a:latin typeface="Segoe UI Symbol"/>
              <a:cs typeface="Segoe UI Symbol"/>
            </a:endParaRPr>
          </a:p>
          <a:p>
            <a:pPr>
              <a:lnSpc>
                <a:spcPct val="100000"/>
              </a:lnSpc>
              <a:spcBef>
                <a:spcPts val="355"/>
              </a:spcBef>
            </a:pPr>
            <a:endParaRPr sz="2050">
              <a:latin typeface="Segoe UI Symbol"/>
              <a:cs typeface="Segoe UI Symbol"/>
            </a:endParaRPr>
          </a:p>
          <a:p>
            <a:pPr marL="400685" marR="2000250">
              <a:lnSpc>
                <a:spcPct val="114599"/>
              </a:lnSpc>
            </a:pPr>
            <a:r>
              <a:rPr b="0" spc="120" dirty="0">
                <a:latin typeface="Trebuchet MS"/>
                <a:cs typeface="Trebuchet MS"/>
              </a:rPr>
              <a:t>Female</a:t>
            </a:r>
            <a:r>
              <a:rPr b="0" spc="-50" dirty="0">
                <a:latin typeface="Trebuchet MS"/>
                <a:cs typeface="Trebuchet MS"/>
              </a:rPr>
              <a:t> </a:t>
            </a:r>
            <a:r>
              <a:rPr b="0" spc="145" dirty="0">
                <a:latin typeface="Trebuchet MS"/>
                <a:cs typeface="Trebuchet MS"/>
              </a:rPr>
              <a:t>customers</a:t>
            </a:r>
            <a:r>
              <a:rPr b="0" spc="-50" dirty="0">
                <a:latin typeface="Trebuchet MS"/>
                <a:cs typeface="Trebuchet MS"/>
              </a:rPr>
              <a:t> </a:t>
            </a:r>
            <a:r>
              <a:rPr b="0" spc="90" dirty="0">
                <a:latin typeface="Trebuchet MS"/>
                <a:cs typeface="Trebuchet MS"/>
              </a:rPr>
              <a:t>represent</a:t>
            </a:r>
            <a:r>
              <a:rPr b="0" spc="-50" dirty="0">
                <a:latin typeface="Trebuchet MS"/>
                <a:cs typeface="Trebuchet MS"/>
              </a:rPr>
              <a:t> </a:t>
            </a:r>
            <a:r>
              <a:rPr b="0" spc="155" dirty="0">
                <a:latin typeface="Trebuchet MS"/>
                <a:cs typeface="Trebuchet MS"/>
              </a:rPr>
              <a:t>~60%</a:t>
            </a:r>
            <a:r>
              <a:rPr b="0" spc="-45" dirty="0">
                <a:latin typeface="Trebuchet MS"/>
                <a:cs typeface="Trebuchet MS"/>
              </a:rPr>
              <a:t> </a:t>
            </a:r>
            <a:r>
              <a:rPr b="0" spc="55" dirty="0">
                <a:latin typeface="Trebuchet MS"/>
                <a:cs typeface="Trebuchet MS"/>
              </a:rPr>
              <a:t>of</a:t>
            </a:r>
            <a:r>
              <a:rPr b="0" spc="-50" dirty="0">
                <a:latin typeface="Trebuchet MS"/>
                <a:cs typeface="Trebuchet MS"/>
              </a:rPr>
              <a:t> </a:t>
            </a:r>
            <a:r>
              <a:rPr b="0" spc="95" dirty="0">
                <a:latin typeface="Trebuchet MS"/>
                <a:cs typeface="Trebuchet MS"/>
              </a:rPr>
              <a:t>customers. </a:t>
            </a:r>
            <a:r>
              <a:rPr b="0" spc="120" dirty="0">
                <a:latin typeface="Trebuchet MS"/>
                <a:cs typeface="Trebuchet MS"/>
              </a:rPr>
              <a:t>Female</a:t>
            </a:r>
            <a:r>
              <a:rPr b="0" spc="-45" dirty="0">
                <a:latin typeface="Trebuchet MS"/>
                <a:cs typeface="Trebuchet MS"/>
              </a:rPr>
              <a:t> </a:t>
            </a:r>
            <a:r>
              <a:rPr b="0" spc="145" dirty="0">
                <a:latin typeface="Trebuchet MS"/>
                <a:cs typeface="Trebuchet MS"/>
              </a:rPr>
              <a:t>customers</a:t>
            </a:r>
            <a:r>
              <a:rPr b="0" spc="-45" dirty="0">
                <a:latin typeface="Trebuchet MS"/>
                <a:cs typeface="Trebuchet MS"/>
              </a:rPr>
              <a:t> </a:t>
            </a:r>
            <a:r>
              <a:rPr b="0" spc="135" dirty="0">
                <a:latin typeface="Trebuchet MS"/>
                <a:cs typeface="Trebuchet MS"/>
              </a:rPr>
              <a:t>generated</a:t>
            </a:r>
            <a:r>
              <a:rPr b="0" spc="-40" dirty="0">
                <a:latin typeface="Trebuchet MS"/>
                <a:cs typeface="Trebuchet MS"/>
              </a:rPr>
              <a:t> </a:t>
            </a:r>
            <a:r>
              <a:rPr b="0" spc="160" dirty="0">
                <a:latin typeface="Trebuchet MS"/>
                <a:cs typeface="Trebuchet MS"/>
              </a:rPr>
              <a:t>₹75M</a:t>
            </a:r>
            <a:r>
              <a:rPr b="0" spc="-45" dirty="0">
                <a:latin typeface="Trebuchet MS"/>
                <a:cs typeface="Trebuchet MS"/>
              </a:rPr>
              <a:t> </a:t>
            </a:r>
            <a:r>
              <a:rPr b="0" spc="50" dirty="0">
                <a:latin typeface="Trebuchet MS"/>
                <a:cs typeface="Trebuchet MS"/>
              </a:rPr>
              <a:t>revenue.</a:t>
            </a:r>
          </a:p>
          <a:p>
            <a:pPr marL="400685">
              <a:lnSpc>
                <a:spcPct val="100000"/>
              </a:lnSpc>
              <a:spcBef>
                <a:spcPts val="315"/>
              </a:spcBef>
            </a:pPr>
            <a:r>
              <a:rPr b="0" spc="120" dirty="0">
                <a:latin typeface="Trebuchet MS"/>
                <a:cs typeface="Trebuchet MS"/>
              </a:rPr>
              <a:t>Female</a:t>
            </a:r>
            <a:r>
              <a:rPr b="0" spc="-45" dirty="0">
                <a:latin typeface="Trebuchet MS"/>
                <a:cs typeface="Trebuchet MS"/>
              </a:rPr>
              <a:t> </a:t>
            </a:r>
            <a:r>
              <a:rPr b="0" spc="145" dirty="0">
                <a:latin typeface="Trebuchet MS"/>
                <a:cs typeface="Trebuchet MS"/>
              </a:rPr>
              <a:t>customers</a:t>
            </a:r>
            <a:r>
              <a:rPr b="0" spc="-45" dirty="0">
                <a:latin typeface="Trebuchet MS"/>
                <a:cs typeface="Trebuchet MS"/>
              </a:rPr>
              <a:t> </a:t>
            </a:r>
            <a:r>
              <a:rPr b="0" spc="165" dirty="0">
                <a:latin typeface="Trebuchet MS"/>
                <a:cs typeface="Trebuchet MS"/>
              </a:rPr>
              <a:t>purchased</a:t>
            </a:r>
            <a:r>
              <a:rPr b="0" spc="-45" dirty="0">
                <a:latin typeface="Trebuchet MS"/>
                <a:cs typeface="Trebuchet MS"/>
              </a:rPr>
              <a:t> </a:t>
            </a:r>
            <a:r>
              <a:rPr b="0" spc="125" dirty="0">
                <a:latin typeface="Trebuchet MS"/>
                <a:cs typeface="Trebuchet MS"/>
              </a:rPr>
              <a:t>90K</a:t>
            </a:r>
            <a:r>
              <a:rPr b="0" spc="-45" dirty="0">
                <a:latin typeface="Trebuchet MS"/>
                <a:cs typeface="Trebuchet MS"/>
              </a:rPr>
              <a:t> </a:t>
            </a:r>
            <a:r>
              <a:rPr b="0" spc="75" dirty="0">
                <a:latin typeface="Trebuchet MS"/>
                <a:cs typeface="Trebuchet MS"/>
              </a:rPr>
              <a:t>products.</a:t>
            </a:r>
          </a:p>
          <a:p>
            <a:pPr>
              <a:lnSpc>
                <a:spcPct val="100000"/>
              </a:lnSpc>
              <a:spcBef>
                <a:spcPts val="450"/>
              </a:spcBef>
            </a:pPr>
            <a:endParaRPr b="0" spc="75" dirty="0">
              <a:latin typeface="Trebuchet MS"/>
              <a:cs typeface="Trebuchet MS"/>
            </a:endParaRPr>
          </a:p>
          <a:p>
            <a:pPr marL="12700">
              <a:lnSpc>
                <a:spcPct val="100000"/>
              </a:lnSpc>
            </a:pPr>
            <a:r>
              <a:rPr sz="2050" b="0" dirty="0">
                <a:latin typeface="Segoe UI Symbol"/>
                <a:cs typeface="Segoe UI Symbol"/>
              </a:rPr>
              <a:t>💡</a:t>
            </a:r>
            <a:r>
              <a:rPr sz="2050" b="0" spc="215" dirty="0">
                <a:latin typeface="Segoe UI Symbol"/>
                <a:cs typeface="Segoe UI Symbol"/>
              </a:rPr>
              <a:t> </a:t>
            </a:r>
            <a:r>
              <a:rPr dirty="0"/>
              <a:t>Business</a:t>
            </a:r>
            <a:r>
              <a:rPr spc="-105" dirty="0"/>
              <a:t> </a:t>
            </a:r>
            <a:r>
              <a:rPr spc="40" dirty="0"/>
              <a:t>Insight:</a:t>
            </a:r>
            <a:endParaRPr sz="2050">
              <a:latin typeface="Segoe UI Symbol"/>
              <a:cs typeface="Segoe UI Symbol"/>
            </a:endParaRPr>
          </a:p>
          <a:p>
            <a:pPr>
              <a:lnSpc>
                <a:spcPct val="100000"/>
              </a:lnSpc>
              <a:spcBef>
                <a:spcPts val="355"/>
              </a:spcBef>
            </a:pPr>
            <a:endParaRPr sz="2050">
              <a:latin typeface="Segoe UI Symbol"/>
              <a:cs typeface="Segoe UI Symbol"/>
            </a:endParaRPr>
          </a:p>
          <a:p>
            <a:pPr marL="12700" marR="221615">
              <a:lnSpc>
                <a:spcPct val="114599"/>
              </a:lnSpc>
            </a:pPr>
            <a:r>
              <a:rPr b="0" spc="120" dirty="0">
                <a:latin typeface="Trebuchet MS"/>
                <a:cs typeface="Trebuchet MS"/>
              </a:rPr>
              <a:t>Female</a:t>
            </a:r>
            <a:r>
              <a:rPr b="0" spc="-50" dirty="0">
                <a:latin typeface="Trebuchet MS"/>
                <a:cs typeface="Trebuchet MS"/>
              </a:rPr>
              <a:t> </a:t>
            </a:r>
            <a:r>
              <a:rPr b="0" spc="145" dirty="0">
                <a:latin typeface="Trebuchet MS"/>
                <a:cs typeface="Trebuchet MS"/>
              </a:rPr>
              <a:t>customers</a:t>
            </a:r>
            <a:r>
              <a:rPr b="0" spc="-50" dirty="0">
                <a:latin typeface="Trebuchet MS"/>
                <a:cs typeface="Trebuchet MS"/>
              </a:rPr>
              <a:t> </a:t>
            </a:r>
            <a:r>
              <a:rPr b="0" spc="114" dirty="0">
                <a:latin typeface="Trebuchet MS"/>
                <a:cs typeface="Trebuchet MS"/>
              </a:rPr>
              <a:t>are</a:t>
            </a:r>
            <a:r>
              <a:rPr b="0" spc="-50" dirty="0">
                <a:latin typeface="Trebuchet MS"/>
                <a:cs typeface="Trebuchet MS"/>
              </a:rPr>
              <a:t> </a:t>
            </a:r>
            <a:r>
              <a:rPr b="0" spc="70" dirty="0">
                <a:latin typeface="Trebuchet MS"/>
                <a:cs typeface="Trebuchet MS"/>
              </a:rPr>
              <a:t>the</a:t>
            </a:r>
            <a:r>
              <a:rPr b="0" spc="-50" dirty="0">
                <a:latin typeface="Trebuchet MS"/>
                <a:cs typeface="Trebuchet MS"/>
              </a:rPr>
              <a:t> </a:t>
            </a:r>
            <a:r>
              <a:rPr b="0" spc="110" dirty="0">
                <a:latin typeface="Trebuchet MS"/>
                <a:cs typeface="Trebuchet MS"/>
              </a:rPr>
              <a:t>primary</a:t>
            </a:r>
            <a:r>
              <a:rPr b="0" spc="-45" dirty="0">
                <a:latin typeface="Trebuchet MS"/>
                <a:cs typeface="Trebuchet MS"/>
              </a:rPr>
              <a:t> </a:t>
            </a:r>
            <a:r>
              <a:rPr b="0" spc="85" dirty="0">
                <a:latin typeface="Trebuchet MS"/>
                <a:cs typeface="Trebuchet MS"/>
              </a:rPr>
              <a:t>contributors</a:t>
            </a:r>
            <a:r>
              <a:rPr b="0" spc="-50" dirty="0">
                <a:latin typeface="Trebuchet MS"/>
                <a:cs typeface="Trebuchet MS"/>
              </a:rPr>
              <a:t> </a:t>
            </a:r>
            <a:r>
              <a:rPr b="0" spc="55" dirty="0">
                <a:latin typeface="Trebuchet MS"/>
                <a:cs typeface="Trebuchet MS"/>
              </a:rPr>
              <a:t>to</a:t>
            </a:r>
            <a:r>
              <a:rPr b="0" spc="-50" dirty="0">
                <a:latin typeface="Trebuchet MS"/>
                <a:cs typeface="Trebuchet MS"/>
              </a:rPr>
              <a:t> </a:t>
            </a:r>
            <a:r>
              <a:rPr b="0" spc="145" dirty="0">
                <a:latin typeface="Trebuchet MS"/>
                <a:cs typeface="Trebuchet MS"/>
              </a:rPr>
              <a:t>sales</a:t>
            </a:r>
            <a:r>
              <a:rPr b="0" spc="-50" dirty="0">
                <a:latin typeface="Trebuchet MS"/>
                <a:cs typeface="Trebuchet MS"/>
              </a:rPr>
              <a:t> </a:t>
            </a:r>
            <a:r>
              <a:rPr b="0" spc="210" dirty="0">
                <a:latin typeface="Trebuchet MS"/>
                <a:cs typeface="Trebuchet MS"/>
              </a:rPr>
              <a:t>and</a:t>
            </a:r>
            <a:r>
              <a:rPr b="0" spc="-45" dirty="0">
                <a:latin typeface="Trebuchet MS"/>
                <a:cs typeface="Trebuchet MS"/>
              </a:rPr>
              <a:t> </a:t>
            </a:r>
            <a:r>
              <a:rPr b="0" spc="55" dirty="0">
                <a:latin typeface="Trebuchet MS"/>
                <a:cs typeface="Trebuchet MS"/>
              </a:rPr>
              <a:t>overall </a:t>
            </a:r>
            <a:r>
              <a:rPr b="0" spc="150" dirty="0">
                <a:latin typeface="Trebuchet MS"/>
                <a:cs typeface="Trebuchet MS"/>
              </a:rPr>
              <a:t>business</a:t>
            </a:r>
            <a:r>
              <a:rPr b="0" spc="-55" dirty="0">
                <a:latin typeface="Trebuchet MS"/>
                <a:cs typeface="Trebuchet MS"/>
              </a:rPr>
              <a:t> </a:t>
            </a:r>
            <a:r>
              <a:rPr b="0" spc="50" dirty="0">
                <a:latin typeface="Trebuchet MS"/>
                <a:cs typeface="Trebuchet MS"/>
              </a:rPr>
              <a:t>revenue.</a:t>
            </a:r>
          </a:p>
          <a:p>
            <a:pPr>
              <a:lnSpc>
                <a:spcPct val="100000"/>
              </a:lnSpc>
              <a:spcBef>
                <a:spcPts val="375"/>
              </a:spcBef>
            </a:pPr>
            <a:endParaRPr b="0" spc="50" dirty="0">
              <a:latin typeface="Trebuchet MS"/>
              <a:cs typeface="Trebuchet MS"/>
            </a:endParaRPr>
          </a:p>
          <a:p>
            <a:pPr marL="12700">
              <a:lnSpc>
                <a:spcPct val="100000"/>
              </a:lnSpc>
            </a:pPr>
            <a:r>
              <a:rPr sz="2050" b="0" spc="245" dirty="0">
                <a:latin typeface="Segoe UI Symbol"/>
                <a:cs typeface="Segoe UI Symbol"/>
              </a:rPr>
              <a:t>✅</a:t>
            </a:r>
            <a:r>
              <a:rPr sz="2050" b="0" spc="-254" dirty="0">
                <a:latin typeface="Segoe UI Symbol"/>
                <a:cs typeface="Segoe UI Symbol"/>
              </a:rPr>
              <a:t> </a:t>
            </a:r>
            <a:r>
              <a:rPr spc="85" dirty="0"/>
              <a:t>Recommendation:</a:t>
            </a:r>
            <a:endParaRPr sz="2050">
              <a:latin typeface="Segoe UI Symbol"/>
              <a:cs typeface="Segoe UI Symbol"/>
            </a:endParaRPr>
          </a:p>
          <a:p>
            <a:pPr>
              <a:lnSpc>
                <a:spcPct val="100000"/>
              </a:lnSpc>
              <a:spcBef>
                <a:spcPts val="280"/>
              </a:spcBef>
            </a:pPr>
            <a:endParaRPr sz="2050">
              <a:latin typeface="Segoe UI Symbol"/>
              <a:cs typeface="Segoe UI Symbol"/>
            </a:endParaRPr>
          </a:p>
          <a:p>
            <a:pPr marL="12700" marR="5080">
              <a:lnSpc>
                <a:spcPct val="114599"/>
              </a:lnSpc>
            </a:pPr>
            <a:r>
              <a:rPr b="0" spc="130" dirty="0">
                <a:latin typeface="Trebuchet MS"/>
                <a:cs typeface="Trebuchet MS"/>
              </a:rPr>
              <a:t>Launch</a:t>
            </a:r>
            <a:r>
              <a:rPr b="0" spc="140" dirty="0">
                <a:latin typeface="Trebuchet MS"/>
                <a:cs typeface="Trebuchet MS"/>
              </a:rPr>
              <a:t> </a:t>
            </a:r>
            <a:r>
              <a:rPr b="0" spc="65" dirty="0">
                <a:latin typeface="Trebuchet MS"/>
                <a:cs typeface="Trebuchet MS"/>
              </a:rPr>
              <a:t>loyalty</a:t>
            </a:r>
            <a:r>
              <a:rPr b="0" spc="140" dirty="0">
                <a:latin typeface="Trebuchet MS"/>
                <a:cs typeface="Trebuchet MS"/>
              </a:rPr>
              <a:t> </a:t>
            </a:r>
            <a:r>
              <a:rPr b="0" spc="180" dirty="0">
                <a:latin typeface="Trebuchet MS"/>
                <a:cs typeface="Trebuchet MS"/>
              </a:rPr>
              <a:t>programs</a:t>
            </a:r>
            <a:r>
              <a:rPr b="0" spc="145" dirty="0">
                <a:latin typeface="Trebuchet MS"/>
                <a:cs typeface="Trebuchet MS"/>
              </a:rPr>
              <a:t> </a:t>
            </a:r>
            <a:r>
              <a:rPr b="0" dirty="0">
                <a:latin typeface="Trebuchet MS"/>
                <a:cs typeface="Trebuchet MS"/>
              </a:rPr>
              <a:t>for</a:t>
            </a:r>
            <a:r>
              <a:rPr b="0" spc="140" dirty="0">
                <a:latin typeface="Trebuchet MS"/>
                <a:cs typeface="Trebuchet MS"/>
              </a:rPr>
              <a:t> </a:t>
            </a:r>
            <a:r>
              <a:rPr b="0" spc="114" dirty="0">
                <a:latin typeface="Trebuchet MS"/>
                <a:cs typeface="Trebuchet MS"/>
              </a:rPr>
              <a:t>female</a:t>
            </a:r>
            <a:r>
              <a:rPr b="0" spc="145" dirty="0">
                <a:latin typeface="Trebuchet MS"/>
                <a:cs typeface="Trebuchet MS"/>
              </a:rPr>
              <a:t> customers</a:t>
            </a:r>
            <a:r>
              <a:rPr b="0" spc="140" dirty="0">
                <a:latin typeface="Trebuchet MS"/>
                <a:cs typeface="Trebuchet MS"/>
              </a:rPr>
              <a:t> </a:t>
            </a:r>
            <a:r>
              <a:rPr b="0" spc="210" dirty="0">
                <a:latin typeface="Trebuchet MS"/>
                <a:cs typeface="Trebuchet MS"/>
              </a:rPr>
              <a:t>and</a:t>
            </a:r>
            <a:r>
              <a:rPr b="0" spc="145" dirty="0">
                <a:latin typeface="Trebuchet MS"/>
                <a:cs typeface="Trebuchet MS"/>
              </a:rPr>
              <a:t> </a:t>
            </a:r>
            <a:r>
              <a:rPr b="0" spc="100" dirty="0">
                <a:latin typeface="Trebuchet MS"/>
                <a:cs typeface="Trebuchet MS"/>
              </a:rPr>
              <a:t>create</a:t>
            </a:r>
            <a:r>
              <a:rPr b="0" spc="140" dirty="0">
                <a:latin typeface="Trebuchet MS"/>
                <a:cs typeface="Trebuchet MS"/>
              </a:rPr>
              <a:t> </a:t>
            </a:r>
            <a:r>
              <a:rPr b="0" spc="100" dirty="0">
                <a:latin typeface="Trebuchet MS"/>
                <a:cs typeface="Trebuchet MS"/>
              </a:rPr>
              <a:t>targeted </a:t>
            </a:r>
            <a:r>
              <a:rPr b="0" spc="210" dirty="0">
                <a:latin typeface="Trebuchet MS"/>
                <a:cs typeface="Trebuchet MS"/>
              </a:rPr>
              <a:t>campaigns</a:t>
            </a:r>
            <a:r>
              <a:rPr b="0" spc="-55" dirty="0">
                <a:latin typeface="Trebuchet MS"/>
                <a:cs typeface="Trebuchet MS"/>
              </a:rPr>
              <a:t> </a:t>
            </a:r>
            <a:r>
              <a:rPr b="0" spc="55" dirty="0">
                <a:latin typeface="Trebuchet MS"/>
                <a:cs typeface="Trebuchet MS"/>
              </a:rPr>
              <a:t>to</a:t>
            </a:r>
            <a:r>
              <a:rPr b="0" spc="-50" dirty="0">
                <a:latin typeface="Trebuchet MS"/>
                <a:cs typeface="Trebuchet MS"/>
              </a:rPr>
              <a:t> </a:t>
            </a:r>
            <a:r>
              <a:rPr b="0" spc="120" dirty="0">
                <a:latin typeface="Trebuchet MS"/>
                <a:cs typeface="Trebuchet MS"/>
              </a:rPr>
              <a:t>increase</a:t>
            </a:r>
            <a:r>
              <a:rPr b="0" spc="-50" dirty="0">
                <a:latin typeface="Trebuchet MS"/>
                <a:cs typeface="Trebuchet MS"/>
              </a:rPr>
              <a:t> </a:t>
            </a:r>
            <a:r>
              <a:rPr b="0" spc="160" dirty="0">
                <a:latin typeface="Trebuchet MS"/>
                <a:cs typeface="Trebuchet MS"/>
              </a:rPr>
              <a:t>male</a:t>
            </a:r>
            <a:r>
              <a:rPr b="0" spc="-50" dirty="0">
                <a:latin typeface="Trebuchet MS"/>
                <a:cs typeface="Trebuchet MS"/>
              </a:rPr>
              <a:t> </a:t>
            </a:r>
            <a:r>
              <a:rPr b="0" spc="140" dirty="0">
                <a:latin typeface="Trebuchet MS"/>
                <a:cs typeface="Trebuchet MS"/>
              </a:rPr>
              <a:t>customer</a:t>
            </a:r>
            <a:r>
              <a:rPr b="0" spc="-50" dirty="0">
                <a:latin typeface="Trebuchet MS"/>
                <a:cs typeface="Trebuchet MS"/>
              </a:rPr>
              <a:t> </a:t>
            </a:r>
            <a:r>
              <a:rPr b="0" spc="130" dirty="0">
                <a:latin typeface="Trebuchet MS"/>
                <a:cs typeface="Trebuchet MS"/>
              </a:rPr>
              <a:t>engagement.</a:t>
            </a:r>
          </a:p>
        </p:txBody>
      </p:sp>
      <p:sp>
        <p:nvSpPr>
          <p:cNvPr id="14" name="object 14" descr="$PPTXTitle"/>
          <p:cNvSpPr txBox="1">
            <a:spLocks noGrp="1"/>
          </p:cNvSpPr>
          <p:nvPr>
            <p:ph type="title"/>
          </p:nvPr>
        </p:nvSpPr>
        <p:spPr>
          <a:xfrm>
            <a:off x="872443" y="240613"/>
            <a:ext cx="5368290" cy="787400"/>
          </a:xfrm>
          <a:prstGeom prst="rect">
            <a:avLst/>
          </a:prstGeom>
        </p:spPr>
        <p:txBody>
          <a:bodyPr vert="horz" wrap="square" lIns="0" tIns="12700" rIns="0" bIns="0" rtlCol="0">
            <a:spAutoFit/>
          </a:bodyPr>
          <a:lstStyle/>
          <a:p>
            <a:pPr marL="12700">
              <a:lnSpc>
                <a:spcPct val="100000"/>
              </a:lnSpc>
              <a:spcBef>
                <a:spcPts val="100"/>
              </a:spcBef>
            </a:pPr>
            <a:r>
              <a:rPr sz="5000" spc="210" dirty="0"/>
              <a:t>Gender</a:t>
            </a:r>
            <a:r>
              <a:rPr sz="5000" spc="-325" dirty="0"/>
              <a:t> </a:t>
            </a:r>
            <a:r>
              <a:rPr sz="5000" spc="175" dirty="0"/>
              <a:t>Analysis</a:t>
            </a:r>
            <a:endParaRPr sz="5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3536" cy="10287000"/>
            </a:xfrm>
            <a:prstGeom prst="rect">
              <a:avLst/>
            </a:prstGeom>
          </p:spPr>
        </p:pic>
        <p:sp>
          <p:nvSpPr>
            <p:cNvPr id="4" name="object 4"/>
            <p:cNvSpPr/>
            <p:nvPr/>
          </p:nvSpPr>
          <p:spPr>
            <a:xfrm>
              <a:off x="0" y="9250787"/>
              <a:ext cx="10127615" cy="41275"/>
            </a:xfrm>
            <a:custGeom>
              <a:avLst/>
              <a:gdLst/>
              <a:ahLst/>
              <a:cxnLst/>
              <a:rect l="l" t="t" r="r" b="b"/>
              <a:pathLst>
                <a:path w="10127615" h="41275">
                  <a:moveTo>
                    <a:pt x="10127365" y="40849"/>
                  </a:moveTo>
                  <a:lnTo>
                    <a:pt x="0" y="28575"/>
                  </a:lnTo>
                  <a:lnTo>
                    <a:pt x="0" y="0"/>
                  </a:lnTo>
                  <a:lnTo>
                    <a:pt x="10127400" y="12274"/>
                  </a:lnTo>
                  <a:lnTo>
                    <a:pt x="10127365" y="40849"/>
                  </a:lnTo>
                  <a:close/>
                </a:path>
              </a:pathLst>
            </a:custGeom>
            <a:solidFill>
              <a:srgbClr val="64DAFF"/>
            </a:solidFill>
          </p:spPr>
          <p:txBody>
            <a:bodyPr wrap="square" lIns="0" tIns="0" rIns="0" bIns="0" rtlCol="0"/>
            <a:lstStyle/>
            <a:p>
              <a:endParaRPr/>
            </a:p>
          </p:txBody>
        </p:sp>
        <p:sp>
          <p:nvSpPr>
            <p:cNvPr id="5" name="object 5"/>
            <p:cNvSpPr/>
            <p:nvPr/>
          </p:nvSpPr>
          <p:spPr>
            <a:xfrm>
              <a:off x="9984382" y="9115299"/>
              <a:ext cx="286385" cy="286385"/>
            </a:xfrm>
            <a:custGeom>
              <a:avLst/>
              <a:gdLst/>
              <a:ahLst/>
              <a:cxnLst/>
              <a:rect l="l" t="t" r="r" b="b"/>
              <a:pathLst>
                <a:path w="286384" h="286384">
                  <a:moveTo>
                    <a:pt x="143000" y="286001"/>
                  </a:moveTo>
                  <a:lnTo>
                    <a:pt x="97801" y="278711"/>
                  </a:lnTo>
                  <a:lnTo>
                    <a:pt x="58546" y="258410"/>
                  </a:lnTo>
                  <a:lnTo>
                    <a:pt x="27590" y="227455"/>
                  </a:lnTo>
                  <a:lnTo>
                    <a:pt x="7290" y="188200"/>
                  </a:lnTo>
                  <a:lnTo>
                    <a:pt x="0" y="143000"/>
                  </a:lnTo>
                  <a:lnTo>
                    <a:pt x="7290" y="97801"/>
                  </a:lnTo>
                  <a:lnTo>
                    <a:pt x="27590" y="58546"/>
                  </a:lnTo>
                  <a:lnTo>
                    <a:pt x="58546" y="27590"/>
                  </a:lnTo>
                  <a:lnTo>
                    <a:pt x="97801" y="7290"/>
                  </a:lnTo>
                  <a:lnTo>
                    <a:pt x="143000" y="0"/>
                  </a:lnTo>
                  <a:lnTo>
                    <a:pt x="188199" y="7290"/>
                  </a:lnTo>
                  <a:lnTo>
                    <a:pt x="227455" y="27590"/>
                  </a:lnTo>
                  <a:lnTo>
                    <a:pt x="258410" y="58546"/>
                  </a:lnTo>
                  <a:lnTo>
                    <a:pt x="278711" y="97801"/>
                  </a:lnTo>
                  <a:lnTo>
                    <a:pt x="286001" y="143000"/>
                  </a:lnTo>
                  <a:lnTo>
                    <a:pt x="278711" y="188200"/>
                  </a:lnTo>
                  <a:lnTo>
                    <a:pt x="258410" y="227455"/>
                  </a:lnTo>
                  <a:lnTo>
                    <a:pt x="227455" y="258410"/>
                  </a:lnTo>
                  <a:lnTo>
                    <a:pt x="188199" y="278711"/>
                  </a:lnTo>
                  <a:lnTo>
                    <a:pt x="143000" y="286001"/>
                  </a:lnTo>
                  <a:close/>
                </a:path>
              </a:pathLst>
            </a:custGeom>
            <a:solidFill>
              <a:srgbClr val="64DAFF"/>
            </a:solidFill>
          </p:spPr>
          <p:txBody>
            <a:bodyPr wrap="square" lIns="0" tIns="0" rIns="0" bIns="0" rtlCol="0"/>
            <a:lstStyle/>
            <a:p>
              <a:endParaRPr/>
            </a:p>
          </p:txBody>
        </p:sp>
        <p:pic>
          <p:nvPicPr>
            <p:cNvPr id="6" name="object 6"/>
            <p:cNvPicPr/>
            <p:nvPr/>
          </p:nvPicPr>
          <p:blipFill>
            <a:blip r:embed="rId3" cstate="print"/>
            <a:stretch>
              <a:fillRect/>
            </a:stretch>
          </p:blipFill>
          <p:spPr>
            <a:xfrm>
              <a:off x="15201898" y="0"/>
              <a:ext cx="3086099" cy="3317609"/>
            </a:xfrm>
            <a:prstGeom prst="rect">
              <a:avLst/>
            </a:prstGeom>
          </p:spPr>
        </p:pic>
        <p:pic>
          <p:nvPicPr>
            <p:cNvPr id="7" name="object 7"/>
            <p:cNvPicPr/>
            <p:nvPr/>
          </p:nvPicPr>
          <p:blipFill>
            <a:blip r:embed="rId4" cstate="print"/>
            <a:stretch>
              <a:fillRect/>
            </a:stretch>
          </p:blipFill>
          <p:spPr>
            <a:xfrm>
              <a:off x="155578" y="1446435"/>
              <a:ext cx="5457824" cy="7667623"/>
            </a:xfrm>
            <a:prstGeom prst="rect">
              <a:avLst/>
            </a:prstGeom>
          </p:spPr>
        </p:pic>
        <p:pic>
          <p:nvPicPr>
            <p:cNvPr id="8" name="object 8"/>
            <p:cNvPicPr/>
            <p:nvPr/>
          </p:nvPicPr>
          <p:blipFill>
            <a:blip r:embed="rId5" cstate="print"/>
            <a:stretch>
              <a:fillRect/>
            </a:stretch>
          </p:blipFill>
          <p:spPr>
            <a:xfrm>
              <a:off x="5730661" y="1446435"/>
              <a:ext cx="5686424" cy="3838574"/>
            </a:xfrm>
            <a:prstGeom prst="rect">
              <a:avLst/>
            </a:prstGeom>
          </p:spPr>
        </p:pic>
        <p:pic>
          <p:nvPicPr>
            <p:cNvPr id="9" name="object 9"/>
            <p:cNvPicPr/>
            <p:nvPr/>
          </p:nvPicPr>
          <p:blipFill>
            <a:blip r:embed="rId6" cstate="print"/>
            <a:stretch>
              <a:fillRect/>
            </a:stretch>
          </p:blipFill>
          <p:spPr>
            <a:xfrm>
              <a:off x="5730661" y="5442918"/>
              <a:ext cx="5124449" cy="3838574"/>
            </a:xfrm>
            <a:prstGeom prst="rect">
              <a:avLst/>
            </a:prstGeom>
          </p:spPr>
        </p:pic>
        <p:pic>
          <p:nvPicPr>
            <p:cNvPr id="10" name="object 10"/>
            <p:cNvPicPr/>
            <p:nvPr/>
          </p:nvPicPr>
          <p:blipFill>
            <a:blip r:embed="rId7" cstate="print"/>
            <a:stretch>
              <a:fillRect/>
            </a:stretch>
          </p:blipFill>
          <p:spPr>
            <a:xfrm>
              <a:off x="11420462" y="1446435"/>
              <a:ext cx="6741517" cy="8397614"/>
            </a:xfrm>
            <a:prstGeom prst="rect">
              <a:avLst/>
            </a:prstGeom>
          </p:spPr>
        </p:pic>
        <p:pic>
          <p:nvPicPr>
            <p:cNvPr id="11" name="object 11"/>
            <p:cNvPicPr/>
            <p:nvPr/>
          </p:nvPicPr>
          <p:blipFill>
            <a:blip r:embed="rId8" cstate="print"/>
            <a:stretch>
              <a:fillRect/>
            </a:stretch>
          </p:blipFill>
          <p:spPr>
            <a:xfrm>
              <a:off x="11694245" y="1824895"/>
              <a:ext cx="76200" cy="76199"/>
            </a:xfrm>
            <a:prstGeom prst="rect">
              <a:avLst/>
            </a:prstGeom>
          </p:spPr>
        </p:pic>
        <p:pic>
          <p:nvPicPr>
            <p:cNvPr id="12" name="object 12"/>
            <p:cNvPicPr/>
            <p:nvPr/>
          </p:nvPicPr>
          <p:blipFill>
            <a:blip r:embed="rId8" cstate="print"/>
            <a:stretch>
              <a:fillRect/>
            </a:stretch>
          </p:blipFill>
          <p:spPr>
            <a:xfrm>
              <a:off x="11694245" y="2415445"/>
              <a:ext cx="76200" cy="76199"/>
            </a:xfrm>
            <a:prstGeom prst="rect">
              <a:avLst/>
            </a:prstGeom>
          </p:spPr>
        </p:pic>
        <p:pic>
          <p:nvPicPr>
            <p:cNvPr id="13" name="object 13"/>
            <p:cNvPicPr/>
            <p:nvPr/>
          </p:nvPicPr>
          <p:blipFill>
            <a:blip r:embed="rId8" cstate="print"/>
            <a:stretch>
              <a:fillRect/>
            </a:stretch>
          </p:blipFill>
          <p:spPr>
            <a:xfrm>
              <a:off x="11694245" y="3005995"/>
              <a:ext cx="76200" cy="76199"/>
            </a:xfrm>
            <a:prstGeom prst="rect">
              <a:avLst/>
            </a:prstGeom>
          </p:spPr>
        </p:pic>
        <p:pic>
          <p:nvPicPr>
            <p:cNvPr id="14" name="object 14"/>
            <p:cNvPicPr/>
            <p:nvPr/>
          </p:nvPicPr>
          <p:blipFill>
            <a:blip r:embed="rId8" cstate="print"/>
            <a:stretch>
              <a:fillRect/>
            </a:stretch>
          </p:blipFill>
          <p:spPr>
            <a:xfrm>
              <a:off x="11694245" y="3891820"/>
              <a:ext cx="76200" cy="76199"/>
            </a:xfrm>
            <a:prstGeom prst="rect">
              <a:avLst/>
            </a:prstGeom>
          </p:spPr>
        </p:pic>
        <p:pic>
          <p:nvPicPr>
            <p:cNvPr id="15" name="object 15"/>
            <p:cNvPicPr/>
            <p:nvPr/>
          </p:nvPicPr>
          <p:blipFill>
            <a:blip r:embed="rId8" cstate="print"/>
            <a:stretch>
              <a:fillRect/>
            </a:stretch>
          </p:blipFill>
          <p:spPr>
            <a:xfrm>
              <a:off x="11694245" y="7435120"/>
              <a:ext cx="76200" cy="76199"/>
            </a:xfrm>
            <a:prstGeom prst="rect">
              <a:avLst/>
            </a:prstGeom>
          </p:spPr>
        </p:pic>
        <p:pic>
          <p:nvPicPr>
            <p:cNvPr id="16" name="object 16"/>
            <p:cNvPicPr/>
            <p:nvPr/>
          </p:nvPicPr>
          <p:blipFill>
            <a:blip r:embed="rId8" cstate="print"/>
            <a:stretch>
              <a:fillRect/>
            </a:stretch>
          </p:blipFill>
          <p:spPr>
            <a:xfrm>
              <a:off x="11694245" y="8025670"/>
              <a:ext cx="76200" cy="76199"/>
            </a:xfrm>
            <a:prstGeom prst="rect">
              <a:avLst/>
            </a:prstGeom>
          </p:spPr>
        </p:pic>
        <p:pic>
          <p:nvPicPr>
            <p:cNvPr id="17" name="object 17"/>
            <p:cNvPicPr/>
            <p:nvPr/>
          </p:nvPicPr>
          <p:blipFill>
            <a:blip r:embed="rId8" cstate="print"/>
            <a:stretch>
              <a:fillRect/>
            </a:stretch>
          </p:blipFill>
          <p:spPr>
            <a:xfrm>
              <a:off x="11694245" y="8616220"/>
              <a:ext cx="76200" cy="76199"/>
            </a:xfrm>
            <a:prstGeom prst="rect">
              <a:avLst/>
            </a:prstGeom>
          </p:spPr>
        </p:pic>
        <p:pic>
          <p:nvPicPr>
            <p:cNvPr id="18" name="object 18"/>
            <p:cNvPicPr/>
            <p:nvPr/>
          </p:nvPicPr>
          <p:blipFill>
            <a:blip r:embed="rId8" cstate="print"/>
            <a:stretch>
              <a:fillRect/>
            </a:stretch>
          </p:blipFill>
          <p:spPr>
            <a:xfrm>
              <a:off x="11694245" y="9206770"/>
              <a:ext cx="76200" cy="76199"/>
            </a:xfrm>
            <a:prstGeom prst="rect">
              <a:avLst/>
            </a:prstGeom>
          </p:spPr>
        </p:pic>
      </p:grpSp>
      <p:sp>
        <p:nvSpPr>
          <p:cNvPr id="19" name="object 19"/>
          <p:cNvSpPr txBox="1"/>
          <p:nvPr/>
        </p:nvSpPr>
        <p:spPr>
          <a:xfrm>
            <a:off x="11529145" y="1349720"/>
            <a:ext cx="6532880" cy="8322945"/>
          </a:xfrm>
          <a:prstGeom prst="rect">
            <a:avLst/>
          </a:prstGeom>
        </p:spPr>
        <p:txBody>
          <a:bodyPr vert="horz" wrap="square" lIns="0" tIns="46355" rIns="0" bIns="0" rtlCol="0">
            <a:spAutoFit/>
          </a:bodyPr>
          <a:lstStyle/>
          <a:p>
            <a:pPr marL="12700">
              <a:lnSpc>
                <a:spcPct val="100000"/>
              </a:lnSpc>
              <a:spcBef>
                <a:spcPts val="365"/>
              </a:spcBef>
            </a:pPr>
            <a:r>
              <a:rPr sz="1950" spc="210" dirty="0">
                <a:solidFill>
                  <a:srgbClr val="FFFFFF"/>
                </a:solidFill>
                <a:latin typeface="Segoe UI Symbol"/>
                <a:cs typeface="Segoe UI Symbol"/>
              </a:rPr>
              <a:t>📌</a:t>
            </a:r>
            <a:r>
              <a:rPr sz="1950" spc="-245" dirty="0">
                <a:solidFill>
                  <a:srgbClr val="FFFFFF"/>
                </a:solidFill>
                <a:latin typeface="Segoe UI Symbol"/>
                <a:cs typeface="Segoe UI Symbol"/>
              </a:rPr>
              <a:t> </a:t>
            </a:r>
            <a:r>
              <a:rPr sz="1700" b="1" spc="50" dirty="0">
                <a:solidFill>
                  <a:srgbClr val="FFFFFF"/>
                </a:solidFill>
                <a:latin typeface="Arial"/>
                <a:cs typeface="Arial"/>
              </a:rPr>
              <a:t>Observation:</a:t>
            </a:r>
            <a:endParaRPr sz="1700">
              <a:latin typeface="Arial"/>
              <a:cs typeface="Arial"/>
            </a:endParaRPr>
          </a:p>
          <a:p>
            <a:pPr marL="379095" marR="5080" algn="just">
              <a:lnSpc>
                <a:spcPts val="2330"/>
              </a:lnSpc>
              <a:spcBef>
                <a:spcPts val="70"/>
              </a:spcBef>
            </a:pPr>
            <a:r>
              <a:rPr sz="1700" spc="100" dirty="0">
                <a:solidFill>
                  <a:srgbClr val="FFFFFF"/>
                </a:solidFill>
                <a:latin typeface="Trebuchet MS"/>
                <a:cs typeface="Trebuchet MS"/>
              </a:rPr>
              <a:t>Clothing</a:t>
            </a:r>
            <a:r>
              <a:rPr sz="1700" spc="165" dirty="0">
                <a:solidFill>
                  <a:srgbClr val="FFFFFF"/>
                </a:solidFill>
                <a:latin typeface="Trebuchet MS"/>
                <a:cs typeface="Trebuchet MS"/>
              </a:rPr>
              <a:t>  </a:t>
            </a:r>
            <a:r>
              <a:rPr sz="1700" spc="125" dirty="0">
                <a:solidFill>
                  <a:srgbClr val="FFFFFF"/>
                </a:solidFill>
                <a:latin typeface="Trebuchet MS"/>
                <a:cs typeface="Trebuchet MS"/>
              </a:rPr>
              <a:t>generated</a:t>
            </a:r>
            <a:r>
              <a:rPr sz="1700" spc="165" dirty="0">
                <a:solidFill>
                  <a:srgbClr val="FFFFFF"/>
                </a:solidFill>
                <a:latin typeface="Trebuchet MS"/>
                <a:cs typeface="Trebuchet MS"/>
              </a:rPr>
              <a:t>  </a:t>
            </a:r>
            <a:r>
              <a:rPr sz="1700" spc="65" dirty="0">
                <a:solidFill>
                  <a:srgbClr val="FFFFFF"/>
                </a:solidFill>
                <a:latin typeface="Trebuchet MS"/>
                <a:cs typeface="Trebuchet MS"/>
              </a:rPr>
              <a:t>the</a:t>
            </a:r>
            <a:r>
              <a:rPr sz="1700" spc="165" dirty="0">
                <a:solidFill>
                  <a:srgbClr val="FFFFFF"/>
                </a:solidFill>
                <a:latin typeface="Trebuchet MS"/>
                <a:cs typeface="Trebuchet MS"/>
              </a:rPr>
              <a:t>  </a:t>
            </a:r>
            <a:r>
              <a:rPr sz="1700" spc="105" dirty="0">
                <a:solidFill>
                  <a:srgbClr val="FFFFFF"/>
                </a:solidFill>
                <a:latin typeface="Trebuchet MS"/>
                <a:cs typeface="Trebuchet MS"/>
              </a:rPr>
              <a:t>highest</a:t>
            </a:r>
            <a:r>
              <a:rPr sz="1700" spc="165" dirty="0">
                <a:solidFill>
                  <a:srgbClr val="FFFFFF"/>
                </a:solidFill>
                <a:latin typeface="Trebuchet MS"/>
                <a:cs typeface="Trebuchet MS"/>
              </a:rPr>
              <a:t>  </a:t>
            </a:r>
            <a:r>
              <a:rPr sz="1700" spc="100" dirty="0">
                <a:solidFill>
                  <a:srgbClr val="FFFFFF"/>
                </a:solidFill>
                <a:latin typeface="Trebuchet MS"/>
                <a:cs typeface="Trebuchet MS"/>
              </a:rPr>
              <a:t>revenue</a:t>
            </a:r>
            <a:r>
              <a:rPr sz="1700" spc="165" dirty="0">
                <a:solidFill>
                  <a:srgbClr val="FFFFFF"/>
                </a:solidFill>
                <a:latin typeface="Trebuchet MS"/>
                <a:cs typeface="Trebuchet MS"/>
              </a:rPr>
              <a:t>  </a:t>
            </a:r>
            <a:r>
              <a:rPr sz="1700" spc="235" dirty="0">
                <a:solidFill>
                  <a:srgbClr val="FFFFFF"/>
                </a:solidFill>
                <a:latin typeface="Trebuchet MS"/>
                <a:cs typeface="Trebuchet MS"/>
              </a:rPr>
              <a:t>among</a:t>
            </a:r>
            <a:r>
              <a:rPr sz="1700" spc="165" dirty="0">
                <a:solidFill>
                  <a:srgbClr val="FFFFFF"/>
                </a:solidFill>
                <a:latin typeface="Trebuchet MS"/>
                <a:cs typeface="Trebuchet MS"/>
              </a:rPr>
              <a:t>  </a:t>
            </a:r>
            <a:r>
              <a:rPr sz="1700" spc="-25" dirty="0">
                <a:solidFill>
                  <a:srgbClr val="FFFFFF"/>
                </a:solidFill>
                <a:latin typeface="Trebuchet MS"/>
                <a:cs typeface="Trebuchet MS"/>
              </a:rPr>
              <a:t>all </a:t>
            </a:r>
            <a:r>
              <a:rPr sz="1700" spc="110" dirty="0">
                <a:solidFill>
                  <a:srgbClr val="FFFFFF"/>
                </a:solidFill>
                <a:latin typeface="Trebuchet MS"/>
                <a:cs typeface="Trebuchet MS"/>
              </a:rPr>
              <a:t>product</a:t>
            </a:r>
            <a:r>
              <a:rPr sz="1700" spc="-55" dirty="0">
                <a:solidFill>
                  <a:srgbClr val="FFFFFF"/>
                </a:solidFill>
                <a:latin typeface="Trebuchet MS"/>
                <a:cs typeface="Trebuchet MS"/>
              </a:rPr>
              <a:t> </a:t>
            </a:r>
            <a:r>
              <a:rPr sz="1700" spc="65" dirty="0">
                <a:solidFill>
                  <a:srgbClr val="FFFFFF"/>
                </a:solidFill>
                <a:latin typeface="Trebuchet MS"/>
                <a:cs typeface="Trebuchet MS"/>
              </a:rPr>
              <a:t>categories.</a:t>
            </a:r>
            <a:endParaRPr sz="1700">
              <a:latin typeface="Trebuchet MS"/>
              <a:cs typeface="Trebuchet MS"/>
            </a:endParaRPr>
          </a:p>
          <a:p>
            <a:pPr marL="379095" algn="just">
              <a:lnSpc>
                <a:spcPct val="100000"/>
              </a:lnSpc>
              <a:spcBef>
                <a:spcPts val="155"/>
              </a:spcBef>
            </a:pPr>
            <a:r>
              <a:rPr sz="1700" spc="100" dirty="0">
                <a:solidFill>
                  <a:srgbClr val="FFFFFF"/>
                </a:solidFill>
                <a:latin typeface="Trebuchet MS"/>
                <a:cs typeface="Trebuchet MS"/>
              </a:rPr>
              <a:t>Clothing</a:t>
            </a:r>
            <a:r>
              <a:rPr sz="1700" spc="185" dirty="0">
                <a:solidFill>
                  <a:srgbClr val="FFFFFF"/>
                </a:solidFill>
                <a:latin typeface="Trebuchet MS"/>
                <a:cs typeface="Trebuchet MS"/>
              </a:rPr>
              <a:t> </a:t>
            </a:r>
            <a:r>
              <a:rPr sz="1700" spc="130" dirty="0">
                <a:solidFill>
                  <a:srgbClr val="FFFFFF"/>
                </a:solidFill>
                <a:latin typeface="Trebuchet MS"/>
                <a:cs typeface="Trebuchet MS"/>
              </a:rPr>
              <a:t>also</a:t>
            </a:r>
            <a:r>
              <a:rPr sz="1700" spc="190" dirty="0">
                <a:solidFill>
                  <a:srgbClr val="FFFFFF"/>
                </a:solidFill>
                <a:latin typeface="Trebuchet MS"/>
                <a:cs typeface="Trebuchet MS"/>
              </a:rPr>
              <a:t> </a:t>
            </a:r>
            <a:r>
              <a:rPr sz="1700" spc="110" dirty="0">
                <a:solidFill>
                  <a:srgbClr val="FFFFFF"/>
                </a:solidFill>
                <a:latin typeface="Trebuchet MS"/>
                <a:cs typeface="Trebuchet MS"/>
              </a:rPr>
              <a:t>recorded</a:t>
            </a:r>
            <a:r>
              <a:rPr sz="1700" spc="190" dirty="0">
                <a:solidFill>
                  <a:srgbClr val="FFFFFF"/>
                </a:solidFill>
                <a:latin typeface="Trebuchet MS"/>
                <a:cs typeface="Trebuchet MS"/>
              </a:rPr>
              <a:t> </a:t>
            </a:r>
            <a:r>
              <a:rPr sz="1700" spc="65" dirty="0">
                <a:solidFill>
                  <a:srgbClr val="FFFFFF"/>
                </a:solidFill>
                <a:latin typeface="Trebuchet MS"/>
                <a:cs typeface="Trebuchet MS"/>
              </a:rPr>
              <a:t>the</a:t>
            </a:r>
            <a:r>
              <a:rPr sz="1700" spc="190" dirty="0">
                <a:solidFill>
                  <a:srgbClr val="FFFFFF"/>
                </a:solidFill>
                <a:latin typeface="Trebuchet MS"/>
                <a:cs typeface="Trebuchet MS"/>
              </a:rPr>
              <a:t> </a:t>
            </a:r>
            <a:r>
              <a:rPr sz="1700" spc="105" dirty="0">
                <a:solidFill>
                  <a:srgbClr val="FFFFFF"/>
                </a:solidFill>
                <a:latin typeface="Trebuchet MS"/>
                <a:cs typeface="Trebuchet MS"/>
              </a:rPr>
              <a:t>highest</a:t>
            </a:r>
            <a:r>
              <a:rPr sz="1700" spc="190" dirty="0">
                <a:solidFill>
                  <a:srgbClr val="FFFFFF"/>
                </a:solidFill>
                <a:latin typeface="Trebuchet MS"/>
                <a:cs typeface="Trebuchet MS"/>
              </a:rPr>
              <a:t> </a:t>
            </a:r>
            <a:r>
              <a:rPr sz="1700" spc="145" dirty="0">
                <a:solidFill>
                  <a:srgbClr val="FFFFFF"/>
                </a:solidFill>
                <a:latin typeface="Trebuchet MS"/>
                <a:cs typeface="Trebuchet MS"/>
              </a:rPr>
              <a:t>number</a:t>
            </a:r>
            <a:r>
              <a:rPr sz="1700" spc="190" dirty="0">
                <a:solidFill>
                  <a:srgbClr val="FFFFFF"/>
                </a:solidFill>
                <a:latin typeface="Trebuchet MS"/>
                <a:cs typeface="Trebuchet MS"/>
              </a:rPr>
              <a:t> </a:t>
            </a:r>
            <a:r>
              <a:rPr sz="1700" dirty="0">
                <a:solidFill>
                  <a:srgbClr val="FFFFFF"/>
                </a:solidFill>
                <a:latin typeface="Trebuchet MS"/>
                <a:cs typeface="Trebuchet MS"/>
              </a:rPr>
              <a:t>of</a:t>
            </a:r>
            <a:r>
              <a:rPr sz="1700" spc="190" dirty="0">
                <a:solidFill>
                  <a:srgbClr val="FFFFFF"/>
                </a:solidFill>
                <a:latin typeface="Trebuchet MS"/>
                <a:cs typeface="Trebuchet MS"/>
              </a:rPr>
              <a:t> </a:t>
            </a:r>
            <a:r>
              <a:rPr sz="1700" spc="110" dirty="0">
                <a:solidFill>
                  <a:srgbClr val="FFFFFF"/>
                </a:solidFill>
                <a:latin typeface="Trebuchet MS"/>
                <a:cs typeface="Trebuchet MS"/>
              </a:rPr>
              <a:t>products</a:t>
            </a:r>
            <a:endParaRPr sz="1700">
              <a:latin typeface="Trebuchet MS"/>
              <a:cs typeface="Trebuchet MS"/>
            </a:endParaRPr>
          </a:p>
          <a:p>
            <a:pPr marL="379095" algn="just">
              <a:lnSpc>
                <a:spcPct val="100000"/>
              </a:lnSpc>
              <a:spcBef>
                <a:spcPts val="285"/>
              </a:spcBef>
            </a:pPr>
            <a:r>
              <a:rPr sz="1700" dirty="0">
                <a:solidFill>
                  <a:srgbClr val="FFFFFF"/>
                </a:solidFill>
                <a:latin typeface="Trebuchet MS"/>
                <a:cs typeface="Trebuchet MS"/>
              </a:rPr>
              <a:t>sold,</a:t>
            </a:r>
            <a:r>
              <a:rPr sz="1700" spc="-20" dirty="0">
                <a:solidFill>
                  <a:srgbClr val="FFFFFF"/>
                </a:solidFill>
                <a:latin typeface="Trebuchet MS"/>
                <a:cs typeface="Trebuchet MS"/>
              </a:rPr>
              <a:t> </a:t>
            </a:r>
            <a:r>
              <a:rPr sz="1700" spc="155" dirty="0">
                <a:solidFill>
                  <a:srgbClr val="FFFFFF"/>
                </a:solidFill>
                <a:latin typeface="Trebuchet MS"/>
                <a:cs typeface="Trebuchet MS"/>
              </a:rPr>
              <a:t>making</a:t>
            </a:r>
            <a:r>
              <a:rPr sz="1700" spc="-20" dirty="0">
                <a:solidFill>
                  <a:srgbClr val="FFFFFF"/>
                </a:solidFill>
                <a:latin typeface="Trebuchet MS"/>
                <a:cs typeface="Trebuchet MS"/>
              </a:rPr>
              <a:t> </a:t>
            </a:r>
            <a:r>
              <a:rPr sz="1700" spc="-70" dirty="0">
                <a:solidFill>
                  <a:srgbClr val="FFFFFF"/>
                </a:solidFill>
                <a:latin typeface="Trebuchet MS"/>
                <a:cs typeface="Trebuchet MS"/>
              </a:rPr>
              <a:t>it</a:t>
            </a:r>
            <a:r>
              <a:rPr sz="1700" spc="-15" dirty="0">
                <a:solidFill>
                  <a:srgbClr val="FFFFFF"/>
                </a:solidFill>
                <a:latin typeface="Trebuchet MS"/>
                <a:cs typeface="Trebuchet MS"/>
              </a:rPr>
              <a:t> </a:t>
            </a:r>
            <a:r>
              <a:rPr sz="1700" spc="65" dirty="0">
                <a:solidFill>
                  <a:srgbClr val="FFFFFF"/>
                </a:solidFill>
                <a:latin typeface="Trebuchet MS"/>
                <a:cs typeface="Trebuchet MS"/>
              </a:rPr>
              <a:t>the</a:t>
            </a:r>
            <a:r>
              <a:rPr sz="1700" spc="-20" dirty="0">
                <a:solidFill>
                  <a:srgbClr val="FFFFFF"/>
                </a:solidFill>
                <a:latin typeface="Trebuchet MS"/>
                <a:cs typeface="Trebuchet MS"/>
              </a:rPr>
              <a:t> </a:t>
            </a:r>
            <a:r>
              <a:rPr sz="1700" spc="145" dirty="0">
                <a:solidFill>
                  <a:srgbClr val="FFFFFF"/>
                </a:solidFill>
                <a:latin typeface="Trebuchet MS"/>
                <a:cs typeface="Trebuchet MS"/>
              </a:rPr>
              <a:t>best-</a:t>
            </a:r>
            <a:r>
              <a:rPr sz="1700" spc="100" dirty="0">
                <a:solidFill>
                  <a:srgbClr val="FFFFFF"/>
                </a:solidFill>
                <a:latin typeface="Trebuchet MS"/>
                <a:cs typeface="Trebuchet MS"/>
              </a:rPr>
              <a:t>performing</a:t>
            </a:r>
            <a:r>
              <a:rPr sz="1700" spc="-20" dirty="0">
                <a:solidFill>
                  <a:srgbClr val="FFFFFF"/>
                </a:solidFill>
                <a:latin typeface="Trebuchet MS"/>
                <a:cs typeface="Trebuchet MS"/>
              </a:rPr>
              <a:t> </a:t>
            </a:r>
            <a:r>
              <a:rPr sz="1700" spc="70" dirty="0">
                <a:solidFill>
                  <a:srgbClr val="FFFFFF"/>
                </a:solidFill>
                <a:latin typeface="Trebuchet MS"/>
                <a:cs typeface="Trebuchet MS"/>
              </a:rPr>
              <a:t>category.</a:t>
            </a:r>
            <a:endParaRPr sz="1700">
              <a:latin typeface="Trebuchet MS"/>
              <a:cs typeface="Trebuchet MS"/>
            </a:endParaRPr>
          </a:p>
          <a:p>
            <a:pPr marL="379095" marR="5080" algn="just">
              <a:lnSpc>
                <a:spcPct val="113999"/>
              </a:lnSpc>
            </a:pPr>
            <a:r>
              <a:rPr sz="1700" spc="110" dirty="0">
                <a:solidFill>
                  <a:srgbClr val="FFFFFF"/>
                </a:solidFill>
                <a:latin typeface="Trebuchet MS"/>
                <a:cs typeface="Trebuchet MS"/>
              </a:rPr>
              <a:t>Female</a:t>
            </a:r>
            <a:r>
              <a:rPr sz="1700" spc="55" dirty="0">
                <a:solidFill>
                  <a:srgbClr val="FFFFFF"/>
                </a:solidFill>
                <a:latin typeface="Trebuchet MS"/>
                <a:cs typeface="Trebuchet MS"/>
              </a:rPr>
              <a:t> </a:t>
            </a:r>
            <a:r>
              <a:rPr sz="1700" spc="135" dirty="0">
                <a:solidFill>
                  <a:srgbClr val="FFFFFF"/>
                </a:solidFill>
                <a:latin typeface="Trebuchet MS"/>
                <a:cs typeface="Trebuchet MS"/>
              </a:rPr>
              <a:t>customers</a:t>
            </a:r>
            <a:r>
              <a:rPr sz="1700" spc="60" dirty="0">
                <a:solidFill>
                  <a:srgbClr val="FFFFFF"/>
                </a:solidFill>
                <a:latin typeface="Trebuchet MS"/>
                <a:cs typeface="Trebuchet MS"/>
              </a:rPr>
              <a:t> </a:t>
            </a:r>
            <a:r>
              <a:rPr sz="1700" spc="150" dirty="0">
                <a:solidFill>
                  <a:srgbClr val="FFFFFF"/>
                </a:solidFill>
                <a:latin typeface="Trebuchet MS"/>
                <a:cs typeface="Trebuchet MS"/>
              </a:rPr>
              <a:t>purchased</a:t>
            </a:r>
            <a:r>
              <a:rPr sz="1700" spc="60" dirty="0">
                <a:solidFill>
                  <a:srgbClr val="FFFFFF"/>
                </a:solidFill>
                <a:latin typeface="Trebuchet MS"/>
                <a:cs typeface="Trebuchet MS"/>
              </a:rPr>
              <a:t> </a:t>
            </a:r>
            <a:r>
              <a:rPr sz="1700" spc="140" dirty="0">
                <a:solidFill>
                  <a:srgbClr val="FFFFFF"/>
                </a:solidFill>
                <a:latin typeface="Trebuchet MS"/>
                <a:cs typeface="Trebuchet MS"/>
              </a:rPr>
              <a:t>more</a:t>
            </a:r>
            <a:r>
              <a:rPr sz="1700" spc="60" dirty="0">
                <a:solidFill>
                  <a:srgbClr val="FFFFFF"/>
                </a:solidFill>
                <a:latin typeface="Trebuchet MS"/>
                <a:cs typeface="Trebuchet MS"/>
              </a:rPr>
              <a:t> </a:t>
            </a:r>
            <a:r>
              <a:rPr sz="1700" spc="120" dirty="0">
                <a:solidFill>
                  <a:srgbClr val="FFFFFF"/>
                </a:solidFill>
                <a:latin typeface="Trebuchet MS"/>
                <a:cs typeface="Trebuchet MS"/>
              </a:rPr>
              <a:t>products</a:t>
            </a:r>
            <a:r>
              <a:rPr sz="1700" spc="60" dirty="0">
                <a:solidFill>
                  <a:srgbClr val="FFFFFF"/>
                </a:solidFill>
                <a:latin typeface="Trebuchet MS"/>
                <a:cs typeface="Trebuchet MS"/>
              </a:rPr>
              <a:t> </a:t>
            </a:r>
            <a:r>
              <a:rPr sz="1700" spc="120" dirty="0">
                <a:solidFill>
                  <a:srgbClr val="FFFFFF"/>
                </a:solidFill>
                <a:latin typeface="Trebuchet MS"/>
                <a:cs typeface="Trebuchet MS"/>
              </a:rPr>
              <a:t>than</a:t>
            </a:r>
            <a:r>
              <a:rPr sz="1700" spc="60" dirty="0">
                <a:solidFill>
                  <a:srgbClr val="FFFFFF"/>
                </a:solidFill>
                <a:latin typeface="Trebuchet MS"/>
                <a:cs typeface="Trebuchet MS"/>
              </a:rPr>
              <a:t> </a:t>
            </a:r>
            <a:r>
              <a:rPr sz="1700" spc="130" dirty="0">
                <a:solidFill>
                  <a:srgbClr val="FFFFFF"/>
                </a:solidFill>
                <a:latin typeface="Trebuchet MS"/>
                <a:cs typeface="Trebuchet MS"/>
              </a:rPr>
              <a:t>male </a:t>
            </a:r>
            <a:r>
              <a:rPr sz="1700" spc="135" dirty="0">
                <a:solidFill>
                  <a:srgbClr val="FFFFFF"/>
                </a:solidFill>
                <a:latin typeface="Trebuchet MS"/>
                <a:cs typeface="Trebuchet MS"/>
              </a:rPr>
              <a:t>customers</a:t>
            </a:r>
            <a:r>
              <a:rPr sz="1700" spc="360" dirty="0">
                <a:solidFill>
                  <a:srgbClr val="FFFFFF"/>
                </a:solidFill>
                <a:latin typeface="Trebuchet MS"/>
                <a:cs typeface="Trebuchet MS"/>
              </a:rPr>
              <a:t>  </a:t>
            </a:r>
            <a:r>
              <a:rPr sz="1700" spc="160" dirty="0">
                <a:solidFill>
                  <a:srgbClr val="FFFFFF"/>
                </a:solidFill>
                <a:latin typeface="Trebuchet MS"/>
                <a:cs typeface="Trebuchet MS"/>
              </a:rPr>
              <a:t>across</a:t>
            </a:r>
            <a:r>
              <a:rPr sz="1700" spc="365" dirty="0">
                <a:solidFill>
                  <a:srgbClr val="FFFFFF"/>
                </a:solidFill>
                <a:latin typeface="Trebuchet MS"/>
                <a:cs typeface="Trebuchet MS"/>
              </a:rPr>
              <a:t>  </a:t>
            </a:r>
            <a:r>
              <a:rPr sz="1700" spc="155" dirty="0">
                <a:solidFill>
                  <a:srgbClr val="FFFFFF"/>
                </a:solidFill>
                <a:latin typeface="Trebuchet MS"/>
                <a:cs typeface="Trebuchet MS"/>
              </a:rPr>
              <a:t>most</a:t>
            </a:r>
            <a:r>
              <a:rPr sz="1700" spc="365" dirty="0">
                <a:solidFill>
                  <a:srgbClr val="FFFFFF"/>
                </a:solidFill>
                <a:latin typeface="Trebuchet MS"/>
                <a:cs typeface="Trebuchet MS"/>
              </a:rPr>
              <a:t>  </a:t>
            </a:r>
            <a:r>
              <a:rPr sz="1700" spc="75" dirty="0">
                <a:solidFill>
                  <a:srgbClr val="FFFFFF"/>
                </a:solidFill>
                <a:latin typeface="Trebuchet MS"/>
                <a:cs typeface="Trebuchet MS"/>
              </a:rPr>
              <a:t>categories,</a:t>
            </a:r>
            <a:r>
              <a:rPr sz="1700" spc="365" dirty="0">
                <a:solidFill>
                  <a:srgbClr val="FFFFFF"/>
                </a:solidFill>
                <a:latin typeface="Trebuchet MS"/>
                <a:cs typeface="Trebuchet MS"/>
              </a:rPr>
              <a:t>  </a:t>
            </a:r>
            <a:r>
              <a:rPr sz="1700" spc="60" dirty="0">
                <a:solidFill>
                  <a:srgbClr val="FFFFFF"/>
                </a:solidFill>
                <a:latin typeface="Trebuchet MS"/>
                <a:cs typeface="Trebuchet MS"/>
              </a:rPr>
              <a:t>particularly</a:t>
            </a:r>
            <a:r>
              <a:rPr sz="1700" spc="360" dirty="0">
                <a:solidFill>
                  <a:srgbClr val="FFFFFF"/>
                </a:solidFill>
                <a:latin typeface="Trebuchet MS"/>
                <a:cs typeface="Trebuchet MS"/>
              </a:rPr>
              <a:t>  </a:t>
            </a:r>
            <a:r>
              <a:rPr sz="1700" spc="-25" dirty="0">
                <a:solidFill>
                  <a:srgbClr val="FFFFFF"/>
                </a:solidFill>
                <a:latin typeface="Trebuchet MS"/>
                <a:cs typeface="Trebuchet MS"/>
              </a:rPr>
              <a:t>in </a:t>
            </a:r>
            <a:r>
              <a:rPr sz="1700" spc="100" dirty="0">
                <a:solidFill>
                  <a:srgbClr val="FFFFFF"/>
                </a:solidFill>
                <a:latin typeface="Trebuchet MS"/>
                <a:cs typeface="Trebuchet MS"/>
              </a:rPr>
              <a:t>Clothing</a:t>
            </a:r>
            <a:r>
              <a:rPr sz="1700" spc="-45" dirty="0">
                <a:solidFill>
                  <a:srgbClr val="FFFFFF"/>
                </a:solidFill>
                <a:latin typeface="Trebuchet MS"/>
                <a:cs typeface="Trebuchet MS"/>
              </a:rPr>
              <a:t> </a:t>
            </a:r>
            <a:r>
              <a:rPr sz="1700" spc="195" dirty="0">
                <a:solidFill>
                  <a:srgbClr val="FFFFFF"/>
                </a:solidFill>
                <a:latin typeface="Trebuchet MS"/>
                <a:cs typeface="Trebuchet MS"/>
              </a:rPr>
              <a:t>and</a:t>
            </a:r>
            <a:r>
              <a:rPr sz="1700" spc="-45" dirty="0">
                <a:solidFill>
                  <a:srgbClr val="FFFFFF"/>
                </a:solidFill>
                <a:latin typeface="Trebuchet MS"/>
                <a:cs typeface="Trebuchet MS"/>
              </a:rPr>
              <a:t> </a:t>
            </a:r>
            <a:r>
              <a:rPr sz="1700" spc="95" dirty="0">
                <a:solidFill>
                  <a:srgbClr val="FFFFFF"/>
                </a:solidFill>
                <a:latin typeface="Trebuchet MS"/>
                <a:cs typeface="Trebuchet MS"/>
              </a:rPr>
              <a:t>Cosmetics.</a:t>
            </a:r>
            <a:endParaRPr sz="1700">
              <a:latin typeface="Trebuchet MS"/>
              <a:cs typeface="Trebuchet MS"/>
            </a:endParaRPr>
          </a:p>
          <a:p>
            <a:pPr marL="379095" marR="5080" algn="just">
              <a:lnSpc>
                <a:spcPct val="113999"/>
              </a:lnSpc>
            </a:pPr>
            <a:r>
              <a:rPr sz="1700" spc="125" dirty="0">
                <a:solidFill>
                  <a:srgbClr val="FFFFFF"/>
                </a:solidFill>
                <a:latin typeface="Trebuchet MS"/>
                <a:cs typeface="Trebuchet MS"/>
              </a:rPr>
              <a:t>Categories</a:t>
            </a:r>
            <a:r>
              <a:rPr sz="1700" spc="15" dirty="0">
                <a:solidFill>
                  <a:srgbClr val="FFFFFF"/>
                </a:solidFill>
                <a:latin typeface="Trebuchet MS"/>
                <a:cs typeface="Trebuchet MS"/>
              </a:rPr>
              <a:t>  </a:t>
            </a:r>
            <a:r>
              <a:rPr sz="1700" spc="170" dirty="0">
                <a:solidFill>
                  <a:srgbClr val="FFFFFF"/>
                </a:solidFill>
                <a:latin typeface="Trebuchet MS"/>
                <a:cs typeface="Trebuchet MS"/>
              </a:rPr>
              <a:t>such</a:t>
            </a:r>
            <a:r>
              <a:rPr sz="1700" spc="15" dirty="0">
                <a:solidFill>
                  <a:srgbClr val="FFFFFF"/>
                </a:solidFill>
                <a:latin typeface="Trebuchet MS"/>
                <a:cs typeface="Trebuchet MS"/>
              </a:rPr>
              <a:t>  </a:t>
            </a:r>
            <a:r>
              <a:rPr sz="1700" spc="225" dirty="0">
                <a:solidFill>
                  <a:srgbClr val="FFFFFF"/>
                </a:solidFill>
                <a:latin typeface="Trebuchet MS"/>
                <a:cs typeface="Trebuchet MS"/>
              </a:rPr>
              <a:t>as</a:t>
            </a:r>
            <a:r>
              <a:rPr sz="1700" spc="20" dirty="0">
                <a:solidFill>
                  <a:srgbClr val="FFFFFF"/>
                </a:solidFill>
                <a:latin typeface="Trebuchet MS"/>
                <a:cs typeface="Trebuchet MS"/>
              </a:rPr>
              <a:t>  </a:t>
            </a:r>
            <a:r>
              <a:rPr sz="1700" spc="120" dirty="0">
                <a:solidFill>
                  <a:srgbClr val="FFFFFF"/>
                </a:solidFill>
                <a:latin typeface="Trebuchet MS"/>
                <a:cs typeface="Trebuchet MS"/>
              </a:rPr>
              <a:t>Books</a:t>
            </a:r>
            <a:r>
              <a:rPr sz="1700" spc="15" dirty="0">
                <a:solidFill>
                  <a:srgbClr val="FFFFFF"/>
                </a:solidFill>
                <a:latin typeface="Trebuchet MS"/>
                <a:cs typeface="Trebuchet MS"/>
              </a:rPr>
              <a:t>  </a:t>
            </a:r>
            <a:r>
              <a:rPr sz="1700" spc="195" dirty="0">
                <a:solidFill>
                  <a:srgbClr val="FFFFFF"/>
                </a:solidFill>
                <a:latin typeface="Trebuchet MS"/>
                <a:cs typeface="Trebuchet MS"/>
              </a:rPr>
              <a:t>and</a:t>
            </a:r>
            <a:r>
              <a:rPr sz="1700" spc="15" dirty="0">
                <a:solidFill>
                  <a:srgbClr val="FFFFFF"/>
                </a:solidFill>
                <a:latin typeface="Trebuchet MS"/>
                <a:cs typeface="Trebuchet MS"/>
              </a:rPr>
              <a:t>  </a:t>
            </a:r>
            <a:r>
              <a:rPr sz="1700" spc="105" dirty="0">
                <a:solidFill>
                  <a:srgbClr val="FFFFFF"/>
                </a:solidFill>
                <a:latin typeface="Trebuchet MS"/>
                <a:cs typeface="Trebuchet MS"/>
              </a:rPr>
              <a:t>Souvenirs</a:t>
            </a:r>
            <a:r>
              <a:rPr sz="1700" spc="20" dirty="0">
                <a:solidFill>
                  <a:srgbClr val="FFFFFF"/>
                </a:solidFill>
                <a:latin typeface="Trebuchet MS"/>
                <a:cs typeface="Trebuchet MS"/>
              </a:rPr>
              <a:t>  </a:t>
            </a:r>
            <a:r>
              <a:rPr sz="1700" spc="70" dirty="0">
                <a:solidFill>
                  <a:srgbClr val="FFFFFF"/>
                </a:solidFill>
                <a:latin typeface="Trebuchet MS"/>
                <a:cs typeface="Trebuchet MS"/>
              </a:rPr>
              <a:t>contributed </a:t>
            </a:r>
            <a:r>
              <a:rPr sz="1700" spc="110" dirty="0">
                <a:solidFill>
                  <a:srgbClr val="FFFFFF"/>
                </a:solidFill>
                <a:latin typeface="Trebuchet MS"/>
                <a:cs typeface="Trebuchet MS"/>
              </a:rPr>
              <a:t>comparatively</a:t>
            </a:r>
            <a:r>
              <a:rPr sz="1700" spc="-55" dirty="0">
                <a:solidFill>
                  <a:srgbClr val="FFFFFF"/>
                </a:solidFill>
                <a:latin typeface="Trebuchet MS"/>
                <a:cs typeface="Trebuchet MS"/>
              </a:rPr>
              <a:t> </a:t>
            </a:r>
            <a:r>
              <a:rPr sz="1700" spc="55" dirty="0">
                <a:solidFill>
                  <a:srgbClr val="FFFFFF"/>
                </a:solidFill>
                <a:latin typeface="Trebuchet MS"/>
                <a:cs typeface="Trebuchet MS"/>
              </a:rPr>
              <a:t>lower</a:t>
            </a:r>
            <a:r>
              <a:rPr sz="1700" spc="-50" dirty="0">
                <a:solidFill>
                  <a:srgbClr val="FFFFFF"/>
                </a:solidFill>
                <a:latin typeface="Trebuchet MS"/>
                <a:cs typeface="Trebuchet MS"/>
              </a:rPr>
              <a:t> </a:t>
            </a:r>
            <a:r>
              <a:rPr sz="1700" spc="130" dirty="0">
                <a:solidFill>
                  <a:srgbClr val="FFFFFF"/>
                </a:solidFill>
                <a:latin typeface="Trebuchet MS"/>
                <a:cs typeface="Trebuchet MS"/>
              </a:rPr>
              <a:t>sales</a:t>
            </a:r>
            <a:r>
              <a:rPr sz="1700" spc="-50" dirty="0">
                <a:solidFill>
                  <a:srgbClr val="FFFFFF"/>
                </a:solidFill>
                <a:latin typeface="Trebuchet MS"/>
                <a:cs typeface="Trebuchet MS"/>
              </a:rPr>
              <a:t> </a:t>
            </a:r>
            <a:r>
              <a:rPr sz="1700" spc="195" dirty="0">
                <a:solidFill>
                  <a:srgbClr val="FFFFFF"/>
                </a:solidFill>
                <a:latin typeface="Trebuchet MS"/>
                <a:cs typeface="Trebuchet MS"/>
              </a:rPr>
              <a:t>and</a:t>
            </a:r>
            <a:r>
              <a:rPr sz="1700" spc="-50" dirty="0">
                <a:solidFill>
                  <a:srgbClr val="FFFFFF"/>
                </a:solidFill>
                <a:latin typeface="Trebuchet MS"/>
                <a:cs typeface="Trebuchet MS"/>
              </a:rPr>
              <a:t> </a:t>
            </a:r>
            <a:r>
              <a:rPr sz="1700" spc="45" dirty="0">
                <a:solidFill>
                  <a:srgbClr val="FFFFFF"/>
                </a:solidFill>
                <a:latin typeface="Trebuchet MS"/>
                <a:cs typeface="Trebuchet MS"/>
              </a:rPr>
              <a:t>revenue.</a:t>
            </a:r>
            <a:endParaRPr sz="1700">
              <a:latin typeface="Trebuchet MS"/>
              <a:cs typeface="Trebuchet MS"/>
            </a:endParaRPr>
          </a:p>
          <a:p>
            <a:pPr>
              <a:lnSpc>
                <a:spcPct val="100000"/>
              </a:lnSpc>
              <a:spcBef>
                <a:spcPts val="385"/>
              </a:spcBef>
            </a:pPr>
            <a:endParaRPr sz="1700">
              <a:latin typeface="Trebuchet MS"/>
              <a:cs typeface="Trebuchet MS"/>
            </a:endParaRPr>
          </a:p>
          <a:p>
            <a:pPr marL="12700">
              <a:lnSpc>
                <a:spcPct val="100000"/>
              </a:lnSpc>
            </a:pPr>
            <a:r>
              <a:rPr sz="1950" dirty="0">
                <a:solidFill>
                  <a:srgbClr val="FFFFFF"/>
                </a:solidFill>
                <a:latin typeface="Segoe UI Symbol"/>
                <a:cs typeface="Segoe UI Symbol"/>
              </a:rPr>
              <a:t>💡</a:t>
            </a:r>
            <a:r>
              <a:rPr sz="1950" spc="130" dirty="0">
                <a:solidFill>
                  <a:srgbClr val="FFFFFF"/>
                </a:solidFill>
                <a:latin typeface="Segoe UI Symbol"/>
                <a:cs typeface="Segoe UI Symbol"/>
              </a:rPr>
              <a:t> </a:t>
            </a:r>
            <a:r>
              <a:rPr sz="1700" b="1" dirty="0">
                <a:solidFill>
                  <a:srgbClr val="FFFFFF"/>
                </a:solidFill>
                <a:latin typeface="Arial"/>
                <a:cs typeface="Arial"/>
              </a:rPr>
              <a:t>Business</a:t>
            </a:r>
            <a:r>
              <a:rPr sz="1700" b="1" spc="-120" dirty="0">
                <a:solidFill>
                  <a:srgbClr val="FFFFFF"/>
                </a:solidFill>
                <a:latin typeface="Arial"/>
                <a:cs typeface="Arial"/>
              </a:rPr>
              <a:t> </a:t>
            </a:r>
            <a:r>
              <a:rPr sz="1700" b="1" spc="35" dirty="0">
                <a:solidFill>
                  <a:srgbClr val="FFFFFF"/>
                </a:solidFill>
                <a:latin typeface="Arial"/>
                <a:cs typeface="Arial"/>
              </a:rPr>
              <a:t>Insight:</a:t>
            </a:r>
            <a:endParaRPr sz="1700">
              <a:latin typeface="Arial"/>
              <a:cs typeface="Arial"/>
            </a:endParaRPr>
          </a:p>
          <a:p>
            <a:pPr marL="12700" marR="5080" algn="just">
              <a:lnSpc>
                <a:spcPts val="2330"/>
              </a:lnSpc>
              <a:spcBef>
                <a:spcPts val="70"/>
              </a:spcBef>
            </a:pPr>
            <a:r>
              <a:rPr sz="1700" spc="85" dirty="0">
                <a:solidFill>
                  <a:srgbClr val="FFFFFF"/>
                </a:solidFill>
                <a:latin typeface="Trebuchet MS"/>
                <a:cs typeface="Trebuchet MS"/>
              </a:rPr>
              <a:t>Product</a:t>
            </a:r>
            <a:r>
              <a:rPr sz="1700" spc="185" dirty="0">
                <a:solidFill>
                  <a:srgbClr val="FFFFFF"/>
                </a:solidFill>
                <a:latin typeface="Trebuchet MS"/>
                <a:cs typeface="Trebuchet MS"/>
              </a:rPr>
              <a:t> </a:t>
            </a:r>
            <a:r>
              <a:rPr sz="1700" spc="125" dirty="0">
                <a:solidFill>
                  <a:srgbClr val="FFFFFF"/>
                </a:solidFill>
                <a:latin typeface="Trebuchet MS"/>
                <a:cs typeface="Trebuchet MS"/>
              </a:rPr>
              <a:t>category</a:t>
            </a:r>
            <a:r>
              <a:rPr sz="1700" spc="185" dirty="0">
                <a:solidFill>
                  <a:srgbClr val="FFFFFF"/>
                </a:solidFill>
                <a:latin typeface="Trebuchet MS"/>
                <a:cs typeface="Trebuchet MS"/>
              </a:rPr>
              <a:t> </a:t>
            </a:r>
            <a:r>
              <a:rPr sz="1700" spc="200" dirty="0">
                <a:solidFill>
                  <a:srgbClr val="FFFFFF"/>
                </a:solidFill>
                <a:latin typeface="Trebuchet MS"/>
                <a:cs typeface="Trebuchet MS"/>
              </a:rPr>
              <a:t>has</a:t>
            </a:r>
            <a:r>
              <a:rPr sz="1700" spc="190" dirty="0">
                <a:solidFill>
                  <a:srgbClr val="FFFFFF"/>
                </a:solidFill>
                <a:latin typeface="Trebuchet MS"/>
                <a:cs typeface="Trebuchet MS"/>
              </a:rPr>
              <a:t> </a:t>
            </a:r>
            <a:r>
              <a:rPr sz="1700" spc="254" dirty="0">
                <a:solidFill>
                  <a:srgbClr val="FFFFFF"/>
                </a:solidFill>
                <a:latin typeface="Trebuchet MS"/>
                <a:cs typeface="Trebuchet MS"/>
              </a:rPr>
              <a:t>a</a:t>
            </a:r>
            <a:r>
              <a:rPr sz="1700" spc="185" dirty="0">
                <a:solidFill>
                  <a:srgbClr val="FFFFFF"/>
                </a:solidFill>
                <a:latin typeface="Trebuchet MS"/>
                <a:cs typeface="Trebuchet MS"/>
              </a:rPr>
              <a:t> </a:t>
            </a:r>
            <a:r>
              <a:rPr sz="1700" spc="75" dirty="0">
                <a:solidFill>
                  <a:srgbClr val="FFFFFF"/>
                </a:solidFill>
                <a:latin typeface="Trebuchet MS"/>
                <a:cs typeface="Trebuchet MS"/>
              </a:rPr>
              <a:t>significant</a:t>
            </a:r>
            <a:r>
              <a:rPr sz="1700" spc="185" dirty="0">
                <a:solidFill>
                  <a:srgbClr val="FFFFFF"/>
                </a:solidFill>
                <a:latin typeface="Trebuchet MS"/>
                <a:cs typeface="Trebuchet MS"/>
              </a:rPr>
              <a:t> </a:t>
            </a:r>
            <a:r>
              <a:rPr sz="1700" spc="130" dirty="0">
                <a:solidFill>
                  <a:srgbClr val="FFFFFF"/>
                </a:solidFill>
                <a:latin typeface="Trebuchet MS"/>
                <a:cs typeface="Trebuchet MS"/>
              </a:rPr>
              <a:t>impact</a:t>
            </a:r>
            <a:r>
              <a:rPr sz="1700" spc="190" dirty="0">
                <a:solidFill>
                  <a:srgbClr val="FFFFFF"/>
                </a:solidFill>
                <a:latin typeface="Trebuchet MS"/>
                <a:cs typeface="Trebuchet MS"/>
              </a:rPr>
              <a:t> </a:t>
            </a:r>
            <a:r>
              <a:rPr sz="1700" spc="160" dirty="0">
                <a:solidFill>
                  <a:srgbClr val="FFFFFF"/>
                </a:solidFill>
                <a:latin typeface="Trebuchet MS"/>
                <a:cs typeface="Trebuchet MS"/>
              </a:rPr>
              <a:t>on</a:t>
            </a:r>
            <a:r>
              <a:rPr sz="1700" spc="185" dirty="0">
                <a:solidFill>
                  <a:srgbClr val="FFFFFF"/>
                </a:solidFill>
                <a:latin typeface="Trebuchet MS"/>
                <a:cs typeface="Trebuchet MS"/>
              </a:rPr>
              <a:t> </a:t>
            </a:r>
            <a:r>
              <a:rPr sz="1700" spc="60" dirty="0">
                <a:solidFill>
                  <a:srgbClr val="FFFFFF"/>
                </a:solidFill>
                <a:latin typeface="Trebuchet MS"/>
                <a:cs typeface="Trebuchet MS"/>
              </a:rPr>
              <a:t>overall</a:t>
            </a:r>
            <a:r>
              <a:rPr sz="1700" spc="185" dirty="0">
                <a:solidFill>
                  <a:srgbClr val="FFFFFF"/>
                </a:solidFill>
                <a:latin typeface="Trebuchet MS"/>
                <a:cs typeface="Trebuchet MS"/>
              </a:rPr>
              <a:t> </a:t>
            </a:r>
            <a:r>
              <a:rPr sz="1700" spc="120" dirty="0">
                <a:solidFill>
                  <a:srgbClr val="FFFFFF"/>
                </a:solidFill>
                <a:latin typeface="Trebuchet MS"/>
                <a:cs typeface="Trebuchet MS"/>
              </a:rPr>
              <a:t>sales </a:t>
            </a:r>
            <a:r>
              <a:rPr sz="1700" spc="85" dirty="0">
                <a:solidFill>
                  <a:srgbClr val="FFFFFF"/>
                </a:solidFill>
                <a:latin typeface="Trebuchet MS"/>
                <a:cs typeface="Trebuchet MS"/>
              </a:rPr>
              <a:t>performance.</a:t>
            </a:r>
            <a:r>
              <a:rPr sz="1700" spc="250" dirty="0">
                <a:solidFill>
                  <a:srgbClr val="FFFFFF"/>
                </a:solidFill>
                <a:latin typeface="Trebuchet MS"/>
                <a:cs typeface="Trebuchet MS"/>
              </a:rPr>
              <a:t> </a:t>
            </a:r>
            <a:r>
              <a:rPr sz="1700" spc="100" dirty="0">
                <a:solidFill>
                  <a:srgbClr val="FFFFFF"/>
                </a:solidFill>
                <a:latin typeface="Trebuchet MS"/>
                <a:cs typeface="Trebuchet MS"/>
              </a:rPr>
              <a:t>Clothing</a:t>
            </a:r>
            <a:r>
              <a:rPr sz="1700" spc="254" dirty="0">
                <a:solidFill>
                  <a:srgbClr val="FFFFFF"/>
                </a:solidFill>
                <a:latin typeface="Trebuchet MS"/>
                <a:cs typeface="Trebuchet MS"/>
              </a:rPr>
              <a:t> </a:t>
            </a:r>
            <a:r>
              <a:rPr sz="1700" spc="60" dirty="0">
                <a:solidFill>
                  <a:srgbClr val="FFFFFF"/>
                </a:solidFill>
                <a:latin typeface="Trebuchet MS"/>
                <a:cs typeface="Trebuchet MS"/>
              </a:rPr>
              <a:t>is</a:t>
            </a:r>
            <a:r>
              <a:rPr sz="1700" spc="250" dirty="0">
                <a:solidFill>
                  <a:srgbClr val="FFFFFF"/>
                </a:solidFill>
                <a:latin typeface="Trebuchet MS"/>
                <a:cs typeface="Trebuchet MS"/>
              </a:rPr>
              <a:t> </a:t>
            </a:r>
            <a:r>
              <a:rPr sz="1700" spc="65" dirty="0">
                <a:solidFill>
                  <a:srgbClr val="FFFFFF"/>
                </a:solidFill>
                <a:latin typeface="Trebuchet MS"/>
                <a:cs typeface="Trebuchet MS"/>
              </a:rPr>
              <a:t>the</a:t>
            </a:r>
            <a:r>
              <a:rPr sz="1700" spc="254" dirty="0">
                <a:solidFill>
                  <a:srgbClr val="FFFFFF"/>
                </a:solidFill>
                <a:latin typeface="Trebuchet MS"/>
                <a:cs typeface="Trebuchet MS"/>
              </a:rPr>
              <a:t> </a:t>
            </a:r>
            <a:r>
              <a:rPr sz="1700" spc="100" dirty="0">
                <a:solidFill>
                  <a:srgbClr val="FFFFFF"/>
                </a:solidFill>
                <a:latin typeface="Trebuchet MS"/>
                <a:cs typeface="Trebuchet MS"/>
              </a:rPr>
              <a:t>primary</a:t>
            </a:r>
            <a:r>
              <a:rPr sz="1700" spc="254" dirty="0">
                <a:solidFill>
                  <a:srgbClr val="FFFFFF"/>
                </a:solidFill>
                <a:latin typeface="Trebuchet MS"/>
                <a:cs typeface="Trebuchet MS"/>
              </a:rPr>
              <a:t> </a:t>
            </a:r>
            <a:r>
              <a:rPr sz="1700" spc="100" dirty="0">
                <a:solidFill>
                  <a:srgbClr val="FFFFFF"/>
                </a:solidFill>
                <a:latin typeface="Trebuchet MS"/>
                <a:cs typeface="Trebuchet MS"/>
              </a:rPr>
              <a:t>revenue</a:t>
            </a:r>
            <a:r>
              <a:rPr sz="1700" spc="250" dirty="0">
                <a:solidFill>
                  <a:srgbClr val="FFFFFF"/>
                </a:solidFill>
                <a:latin typeface="Trebuchet MS"/>
                <a:cs typeface="Trebuchet MS"/>
              </a:rPr>
              <a:t> </a:t>
            </a:r>
            <a:r>
              <a:rPr sz="1700" dirty="0">
                <a:solidFill>
                  <a:srgbClr val="FFFFFF"/>
                </a:solidFill>
                <a:latin typeface="Trebuchet MS"/>
                <a:cs typeface="Trebuchet MS"/>
              </a:rPr>
              <a:t>driver,</a:t>
            </a:r>
            <a:r>
              <a:rPr sz="1700" spc="254" dirty="0">
                <a:solidFill>
                  <a:srgbClr val="FFFFFF"/>
                </a:solidFill>
                <a:latin typeface="Trebuchet MS"/>
                <a:cs typeface="Trebuchet MS"/>
              </a:rPr>
              <a:t> </a:t>
            </a:r>
            <a:r>
              <a:rPr sz="1700" spc="-10" dirty="0">
                <a:solidFill>
                  <a:srgbClr val="FFFFFF"/>
                </a:solidFill>
                <a:latin typeface="Trebuchet MS"/>
                <a:cs typeface="Trebuchet MS"/>
              </a:rPr>
              <a:t>while </a:t>
            </a:r>
            <a:r>
              <a:rPr sz="1700" spc="125" dirty="0">
                <a:solidFill>
                  <a:srgbClr val="FFFFFF"/>
                </a:solidFill>
                <a:latin typeface="Trebuchet MS"/>
                <a:cs typeface="Trebuchet MS"/>
              </a:rPr>
              <a:t>customer</a:t>
            </a:r>
            <a:r>
              <a:rPr sz="1700" spc="175" dirty="0">
                <a:solidFill>
                  <a:srgbClr val="FFFFFF"/>
                </a:solidFill>
                <a:latin typeface="Trebuchet MS"/>
                <a:cs typeface="Trebuchet MS"/>
              </a:rPr>
              <a:t>   </a:t>
            </a:r>
            <a:r>
              <a:rPr sz="1700" spc="145" dirty="0">
                <a:solidFill>
                  <a:srgbClr val="FFFFFF"/>
                </a:solidFill>
                <a:latin typeface="Trebuchet MS"/>
                <a:cs typeface="Trebuchet MS"/>
              </a:rPr>
              <a:t>purchasing</a:t>
            </a:r>
            <a:r>
              <a:rPr sz="1700" spc="180" dirty="0">
                <a:solidFill>
                  <a:srgbClr val="FFFFFF"/>
                </a:solidFill>
                <a:latin typeface="Trebuchet MS"/>
                <a:cs typeface="Trebuchet MS"/>
              </a:rPr>
              <a:t>   </a:t>
            </a:r>
            <a:r>
              <a:rPr sz="1700" spc="90" dirty="0">
                <a:solidFill>
                  <a:srgbClr val="FFFFFF"/>
                </a:solidFill>
                <a:latin typeface="Trebuchet MS"/>
                <a:cs typeface="Trebuchet MS"/>
              </a:rPr>
              <a:t>preferences</a:t>
            </a:r>
            <a:r>
              <a:rPr sz="1700" spc="180" dirty="0">
                <a:solidFill>
                  <a:srgbClr val="FFFFFF"/>
                </a:solidFill>
                <a:latin typeface="Trebuchet MS"/>
                <a:cs typeface="Trebuchet MS"/>
              </a:rPr>
              <a:t>   </a:t>
            </a:r>
            <a:r>
              <a:rPr sz="1700" dirty="0">
                <a:solidFill>
                  <a:srgbClr val="FFFFFF"/>
                </a:solidFill>
                <a:latin typeface="Trebuchet MS"/>
                <a:cs typeface="Trebuchet MS"/>
              </a:rPr>
              <a:t>differ</a:t>
            </a:r>
            <a:r>
              <a:rPr sz="1700" spc="180" dirty="0">
                <a:solidFill>
                  <a:srgbClr val="FFFFFF"/>
                </a:solidFill>
                <a:latin typeface="Trebuchet MS"/>
                <a:cs typeface="Trebuchet MS"/>
              </a:rPr>
              <a:t>   </a:t>
            </a:r>
            <a:r>
              <a:rPr sz="1700" spc="150" dirty="0">
                <a:solidFill>
                  <a:srgbClr val="FFFFFF"/>
                </a:solidFill>
                <a:latin typeface="Trebuchet MS"/>
                <a:cs typeface="Trebuchet MS"/>
              </a:rPr>
              <a:t>by</a:t>
            </a:r>
            <a:r>
              <a:rPr sz="1700" spc="180" dirty="0">
                <a:solidFill>
                  <a:srgbClr val="FFFFFF"/>
                </a:solidFill>
                <a:latin typeface="Trebuchet MS"/>
                <a:cs typeface="Trebuchet MS"/>
              </a:rPr>
              <a:t>   </a:t>
            </a:r>
            <a:r>
              <a:rPr sz="1700" spc="65" dirty="0">
                <a:solidFill>
                  <a:srgbClr val="FFFFFF"/>
                </a:solidFill>
                <a:latin typeface="Trebuchet MS"/>
                <a:cs typeface="Trebuchet MS"/>
              </a:rPr>
              <a:t>gender. </a:t>
            </a:r>
            <a:r>
              <a:rPr sz="1700" spc="114" dirty="0">
                <a:solidFill>
                  <a:srgbClr val="FFFFFF"/>
                </a:solidFill>
                <a:latin typeface="Trebuchet MS"/>
                <a:cs typeface="Trebuchet MS"/>
              </a:rPr>
              <a:t>Understanding</a:t>
            </a:r>
            <a:r>
              <a:rPr sz="1700" spc="40" dirty="0">
                <a:solidFill>
                  <a:srgbClr val="FFFFFF"/>
                </a:solidFill>
                <a:latin typeface="Trebuchet MS"/>
                <a:cs typeface="Trebuchet MS"/>
              </a:rPr>
              <a:t>  </a:t>
            </a:r>
            <a:r>
              <a:rPr sz="1700" spc="100" dirty="0">
                <a:solidFill>
                  <a:srgbClr val="FFFFFF"/>
                </a:solidFill>
                <a:latin typeface="Trebuchet MS"/>
                <a:cs typeface="Trebuchet MS"/>
              </a:rPr>
              <a:t>these</a:t>
            </a:r>
            <a:r>
              <a:rPr sz="1700" spc="45" dirty="0">
                <a:solidFill>
                  <a:srgbClr val="FFFFFF"/>
                </a:solidFill>
                <a:latin typeface="Trebuchet MS"/>
                <a:cs typeface="Trebuchet MS"/>
              </a:rPr>
              <a:t>  </a:t>
            </a:r>
            <a:r>
              <a:rPr sz="1700" spc="90" dirty="0">
                <a:solidFill>
                  <a:srgbClr val="FFFFFF"/>
                </a:solidFill>
                <a:latin typeface="Trebuchet MS"/>
                <a:cs typeface="Trebuchet MS"/>
              </a:rPr>
              <a:t>patterns</a:t>
            </a:r>
            <a:r>
              <a:rPr sz="1700" spc="40" dirty="0">
                <a:solidFill>
                  <a:srgbClr val="FFFFFF"/>
                </a:solidFill>
                <a:latin typeface="Trebuchet MS"/>
                <a:cs typeface="Trebuchet MS"/>
              </a:rPr>
              <a:t>  </a:t>
            </a:r>
            <a:r>
              <a:rPr sz="1700" spc="110" dirty="0">
                <a:solidFill>
                  <a:srgbClr val="FFFFFF"/>
                </a:solidFill>
                <a:latin typeface="Trebuchet MS"/>
                <a:cs typeface="Trebuchet MS"/>
              </a:rPr>
              <a:t>helps</a:t>
            </a:r>
            <a:r>
              <a:rPr sz="1700" spc="45" dirty="0">
                <a:solidFill>
                  <a:srgbClr val="FFFFFF"/>
                </a:solidFill>
                <a:latin typeface="Trebuchet MS"/>
                <a:cs typeface="Trebuchet MS"/>
              </a:rPr>
              <a:t>  </a:t>
            </a:r>
            <a:r>
              <a:rPr sz="1700" spc="140" dirty="0">
                <a:solidFill>
                  <a:srgbClr val="FFFFFF"/>
                </a:solidFill>
                <a:latin typeface="Trebuchet MS"/>
                <a:cs typeface="Trebuchet MS"/>
              </a:rPr>
              <a:t>businesses</a:t>
            </a:r>
            <a:r>
              <a:rPr sz="1700" spc="40" dirty="0">
                <a:solidFill>
                  <a:srgbClr val="FFFFFF"/>
                </a:solidFill>
                <a:latin typeface="Trebuchet MS"/>
                <a:cs typeface="Trebuchet MS"/>
              </a:rPr>
              <a:t>  </a:t>
            </a:r>
            <a:r>
              <a:rPr sz="1700" spc="55" dirty="0">
                <a:solidFill>
                  <a:srgbClr val="FFFFFF"/>
                </a:solidFill>
                <a:latin typeface="Trebuchet MS"/>
                <a:cs typeface="Trebuchet MS"/>
              </a:rPr>
              <a:t>optimize </a:t>
            </a:r>
            <a:r>
              <a:rPr sz="1700" dirty="0">
                <a:solidFill>
                  <a:srgbClr val="FFFFFF"/>
                </a:solidFill>
                <a:latin typeface="Trebuchet MS"/>
                <a:cs typeface="Trebuchet MS"/>
              </a:rPr>
              <a:t>inventory,</a:t>
            </a:r>
            <a:r>
              <a:rPr sz="1700" spc="409" dirty="0">
                <a:solidFill>
                  <a:srgbClr val="FFFFFF"/>
                </a:solidFill>
                <a:latin typeface="Trebuchet MS"/>
                <a:cs typeface="Trebuchet MS"/>
              </a:rPr>
              <a:t>  </a:t>
            </a:r>
            <a:r>
              <a:rPr sz="1700" spc="110" dirty="0">
                <a:solidFill>
                  <a:srgbClr val="FFFFFF"/>
                </a:solidFill>
                <a:latin typeface="Trebuchet MS"/>
                <a:cs typeface="Trebuchet MS"/>
              </a:rPr>
              <a:t>improve</a:t>
            </a:r>
            <a:r>
              <a:rPr sz="1700" spc="409" dirty="0">
                <a:solidFill>
                  <a:srgbClr val="FFFFFF"/>
                </a:solidFill>
                <a:latin typeface="Trebuchet MS"/>
                <a:cs typeface="Trebuchet MS"/>
              </a:rPr>
              <a:t>  </a:t>
            </a:r>
            <a:r>
              <a:rPr sz="1700" spc="110" dirty="0">
                <a:solidFill>
                  <a:srgbClr val="FFFFFF"/>
                </a:solidFill>
                <a:latin typeface="Trebuchet MS"/>
                <a:cs typeface="Trebuchet MS"/>
              </a:rPr>
              <a:t>product</a:t>
            </a:r>
            <a:r>
              <a:rPr sz="1700" spc="415" dirty="0">
                <a:solidFill>
                  <a:srgbClr val="FFFFFF"/>
                </a:solidFill>
                <a:latin typeface="Trebuchet MS"/>
                <a:cs typeface="Trebuchet MS"/>
              </a:rPr>
              <a:t>  </a:t>
            </a:r>
            <a:r>
              <a:rPr sz="1700" spc="80" dirty="0">
                <a:solidFill>
                  <a:srgbClr val="FFFFFF"/>
                </a:solidFill>
                <a:latin typeface="Trebuchet MS"/>
                <a:cs typeface="Trebuchet MS"/>
              </a:rPr>
              <a:t>assortment,</a:t>
            </a:r>
            <a:r>
              <a:rPr sz="1700" spc="409" dirty="0">
                <a:solidFill>
                  <a:srgbClr val="FFFFFF"/>
                </a:solidFill>
                <a:latin typeface="Trebuchet MS"/>
                <a:cs typeface="Trebuchet MS"/>
              </a:rPr>
              <a:t>  </a:t>
            </a:r>
            <a:r>
              <a:rPr sz="1700" spc="195" dirty="0">
                <a:solidFill>
                  <a:srgbClr val="FFFFFF"/>
                </a:solidFill>
                <a:latin typeface="Trebuchet MS"/>
                <a:cs typeface="Trebuchet MS"/>
              </a:rPr>
              <a:t>and</a:t>
            </a:r>
            <a:r>
              <a:rPr sz="1700" spc="415" dirty="0">
                <a:solidFill>
                  <a:srgbClr val="FFFFFF"/>
                </a:solidFill>
                <a:latin typeface="Trebuchet MS"/>
                <a:cs typeface="Trebuchet MS"/>
              </a:rPr>
              <a:t>  </a:t>
            </a:r>
            <a:r>
              <a:rPr sz="1700" spc="100" dirty="0">
                <a:solidFill>
                  <a:srgbClr val="FFFFFF"/>
                </a:solidFill>
                <a:latin typeface="Trebuchet MS"/>
                <a:cs typeface="Trebuchet MS"/>
              </a:rPr>
              <a:t>develop </a:t>
            </a:r>
            <a:r>
              <a:rPr sz="1700" spc="95" dirty="0">
                <a:solidFill>
                  <a:srgbClr val="FFFFFF"/>
                </a:solidFill>
                <a:latin typeface="Trebuchet MS"/>
                <a:cs typeface="Trebuchet MS"/>
              </a:rPr>
              <a:t>targeted</a:t>
            </a:r>
            <a:r>
              <a:rPr sz="1700" spc="-40" dirty="0">
                <a:solidFill>
                  <a:srgbClr val="FFFFFF"/>
                </a:solidFill>
                <a:latin typeface="Trebuchet MS"/>
                <a:cs typeface="Trebuchet MS"/>
              </a:rPr>
              <a:t> </a:t>
            </a:r>
            <a:r>
              <a:rPr sz="1700" spc="105" dirty="0">
                <a:solidFill>
                  <a:srgbClr val="FFFFFF"/>
                </a:solidFill>
                <a:latin typeface="Trebuchet MS"/>
                <a:cs typeface="Trebuchet MS"/>
              </a:rPr>
              <a:t>marketing</a:t>
            </a:r>
            <a:r>
              <a:rPr sz="1700" spc="-35" dirty="0">
                <a:solidFill>
                  <a:srgbClr val="FFFFFF"/>
                </a:solidFill>
                <a:latin typeface="Trebuchet MS"/>
                <a:cs typeface="Trebuchet MS"/>
              </a:rPr>
              <a:t> </a:t>
            </a:r>
            <a:r>
              <a:rPr sz="1700" spc="45" dirty="0">
                <a:solidFill>
                  <a:srgbClr val="FFFFFF"/>
                </a:solidFill>
                <a:latin typeface="Trebuchet MS"/>
                <a:cs typeface="Trebuchet MS"/>
              </a:rPr>
              <a:t>strategies.</a:t>
            </a:r>
            <a:endParaRPr sz="1700">
              <a:latin typeface="Trebuchet MS"/>
              <a:cs typeface="Trebuchet MS"/>
            </a:endParaRPr>
          </a:p>
          <a:p>
            <a:pPr>
              <a:lnSpc>
                <a:spcPct val="100000"/>
              </a:lnSpc>
              <a:spcBef>
                <a:spcPts val="235"/>
              </a:spcBef>
            </a:pPr>
            <a:endParaRPr sz="1700">
              <a:latin typeface="Trebuchet MS"/>
              <a:cs typeface="Trebuchet MS"/>
            </a:endParaRPr>
          </a:p>
          <a:p>
            <a:pPr marL="12700">
              <a:lnSpc>
                <a:spcPct val="100000"/>
              </a:lnSpc>
            </a:pPr>
            <a:r>
              <a:rPr sz="1950" spc="270" dirty="0">
                <a:solidFill>
                  <a:srgbClr val="FFFFFF"/>
                </a:solidFill>
                <a:latin typeface="Segoe UI Symbol"/>
                <a:cs typeface="Segoe UI Symbol"/>
              </a:rPr>
              <a:t>🎯</a:t>
            </a:r>
            <a:r>
              <a:rPr sz="1950" spc="-295" dirty="0">
                <a:solidFill>
                  <a:srgbClr val="FFFFFF"/>
                </a:solidFill>
                <a:latin typeface="Segoe UI Symbol"/>
                <a:cs typeface="Segoe UI Symbol"/>
              </a:rPr>
              <a:t> </a:t>
            </a:r>
            <a:r>
              <a:rPr sz="1700" b="1" spc="75" dirty="0">
                <a:solidFill>
                  <a:srgbClr val="FFFFFF"/>
                </a:solidFill>
                <a:latin typeface="Arial"/>
                <a:cs typeface="Arial"/>
              </a:rPr>
              <a:t>Recommendation:</a:t>
            </a:r>
            <a:endParaRPr sz="1700">
              <a:latin typeface="Arial"/>
              <a:cs typeface="Arial"/>
            </a:endParaRPr>
          </a:p>
          <a:p>
            <a:pPr marL="379095" marR="5080">
              <a:lnSpc>
                <a:spcPts val="2330"/>
              </a:lnSpc>
              <a:spcBef>
                <a:spcPts val="70"/>
              </a:spcBef>
              <a:tabLst>
                <a:tab pos="1646555" algn="l"/>
                <a:tab pos="3042920" algn="l"/>
                <a:tab pos="4374515" algn="l"/>
                <a:tab pos="4993005" algn="l"/>
              </a:tabLst>
            </a:pPr>
            <a:r>
              <a:rPr sz="1700" spc="90" dirty="0">
                <a:solidFill>
                  <a:srgbClr val="FFFFFF"/>
                </a:solidFill>
                <a:latin typeface="Trebuchet MS"/>
                <a:cs typeface="Trebuchet MS"/>
              </a:rPr>
              <a:t>Maintain</a:t>
            </a:r>
            <a:r>
              <a:rPr sz="1700" dirty="0">
                <a:solidFill>
                  <a:srgbClr val="FFFFFF"/>
                </a:solidFill>
                <a:latin typeface="Trebuchet MS"/>
                <a:cs typeface="Trebuchet MS"/>
              </a:rPr>
              <a:t>	</a:t>
            </a:r>
            <a:r>
              <a:rPr sz="1700" spc="135" dirty="0">
                <a:solidFill>
                  <a:srgbClr val="FFFFFF"/>
                </a:solidFill>
                <a:latin typeface="Trebuchet MS"/>
                <a:cs typeface="Trebuchet MS"/>
              </a:rPr>
              <a:t>adequate</a:t>
            </a:r>
            <a:r>
              <a:rPr sz="1700" dirty="0">
                <a:solidFill>
                  <a:srgbClr val="FFFFFF"/>
                </a:solidFill>
                <a:latin typeface="Trebuchet MS"/>
                <a:cs typeface="Trebuchet MS"/>
              </a:rPr>
              <a:t>	</a:t>
            </a:r>
            <a:r>
              <a:rPr sz="1700" spc="55" dirty="0">
                <a:solidFill>
                  <a:srgbClr val="FFFFFF"/>
                </a:solidFill>
                <a:latin typeface="Trebuchet MS"/>
                <a:cs typeface="Trebuchet MS"/>
              </a:rPr>
              <a:t>inventory</a:t>
            </a:r>
            <a:r>
              <a:rPr sz="1700" dirty="0">
                <a:solidFill>
                  <a:srgbClr val="FFFFFF"/>
                </a:solidFill>
                <a:latin typeface="Trebuchet MS"/>
                <a:cs typeface="Trebuchet MS"/>
              </a:rPr>
              <a:t>	</a:t>
            </a:r>
            <a:r>
              <a:rPr sz="1700" spc="-25" dirty="0">
                <a:solidFill>
                  <a:srgbClr val="FFFFFF"/>
                </a:solidFill>
                <a:latin typeface="Trebuchet MS"/>
                <a:cs typeface="Trebuchet MS"/>
              </a:rPr>
              <a:t>for</a:t>
            </a:r>
            <a:r>
              <a:rPr sz="1700" dirty="0">
                <a:solidFill>
                  <a:srgbClr val="FFFFFF"/>
                </a:solidFill>
                <a:latin typeface="Trebuchet MS"/>
                <a:cs typeface="Trebuchet MS"/>
              </a:rPr>
              <a:t>	</a:t>
            </a:r>
            <a:r>
              <a:rPr sz="1700" spc="160" dirty="0">
                <a:solidFill>
                  <a:srgbClr val="FFFFFF"/>
                </a:solidFill>
                <a:latin typeface="Trebuchet MS"/>
                <a:cs typeface="Trebuchet MS"/>
              </a:rPr>
              <a:t>high-</a:t>
            </a:r>
            <a:r>
              <a:rPr sz="1700" spc="190" dirty="0">
                <a:solidFill>
                  <a:srgbClr val="FFFFFF"/>
                </a:solidFill>
                <a:latin typeface="Trebuchet MS"/>
                <a:cs typeface="Trebuchet MS"/>
              </a:rPr>
              <a:t>demand </a:t>
            </a:r>
            <a:r>
              <a:rPr sz="1700" spc="110" dirty="0">
                <a:solidFill>
                  <a:srgbClr val="FFFFFF"/>
                </a:solidFill>
                <a:latin typeface="Trebuchet MS"/>
                <a:cs typeface="Trebuchet MS"/>
              </a:rPr>
              <a:t>categories</a:t>
            </a:r>
            <a:r>
              <a:rPr sz="1700" spc="-45" dirty="0">
                <a:solidFill>
                  <a:srgbClr val="FFFFFF"/>
                </a:solidFill>
                <a:latin typeface="Trebuchet MS"/>
                <a:cs typeface="Trebuchet MS"/>
              </a:rPr>
              <a:t> </a:t>
            </a:r>
            <a:r>
              <a:rPr sz="1700" spc="170" dirty="0">
                <a:solidFill>
                  <a:srgbClr val="FFFFFF"/>
                </a:solidFill>
                <a:latin typeface="Trebuchet MS"/>
                <a:cs typeface="Trebuchet MS"/>
              </a:rPr>
              <a:t>such</a:t>
            </a:r>
            <a:r>
              <a:rPr sz="1700" spc="-40" dirty="0">
                <a:solidFill>
                  <a:srgbClr val="FFFFFF"/>
                </a:solidFill>
                <a:latin typeface="Trebuchet MS"/>
                <a:cs typeface="Trebuchet MS"/>
              </a:rPr>
              <a:t> </a:t>
            </a:r>
            <a:r>
              <a:rPr sz="1700" spc="225" dirty="0">
                <a:solidFill>
                  <a:srgbClr val="FFFFFF"/>
                </a:solidFill>
                <a:latin typeface="Trebuchet MS"/>
                <a:cs typeface="Trebuchet MS"/>
              </a:rPr>
              <a:t>as</a:t>
            </a:r>
            <a:r>
              <a:rPr sz="1700" spc="-40" dirty="0">
                <a:solidFill>
                  <a:srgbClr val="FFFFFF"/>
                </a:solidFill>
                <a:latin typeface="Trebuchet MS"/>
                <a:cs typeface="Trebuchet MS"/>
              </a:rPr>
              <a:t> </a:t>
            </a:r>
            <a:r>
              <a:rPr sz="1700" spc="100" dirty="0">
                <a:solidFill>
                  <a:srgbClr val="FFFFFF"/>
                </a:solidFill>
                <a:latin typeface="Trebuchet MS"/>
                <a:cs typeface="Trebuchet MS"/>
              </a:rPr>
              <a:t>Clothing</a:t>
            </a:r>
            <a:r>
              <a:rPr sz="1700" spc="-40" dirty="0">
                <a:solidFill>
                  <a:srgbClr val="FFFFFF"/>
                </a:solidFill>
                <a:latin typeface="Trebuchet MS"/>
                <a:cs typeface="Trebuchet MS"/>
              </a:rPr>
              <a:t> </a:t>
            </a:r>
            <a:r>
              <a:rPr sz="1700" spc="195" dirty="0">
                <a:solidFill>
                  <a:srgbClr val="FFFFFF"/>
                </a:solidFill>
                <a:latin typeface="Trebuchet MS"/>
                <a:cs typeface="Trebuchet MS"/>
              </a:rPr>
              <a:t>and</a:t>
            </a:r>
            <a:r>
              <a:rPr sz="1700" spc="-40" dirty="0">
                <a:solidFill>
                  <a:srgbClr val="FFFFFF"/>
                </a:solidFill>
                <a:latin typeface="Trebuchet MS"/>
                <a:cs typeface="Trebuchet MS"/>
              </a:rPr>
              <a:t> </a:t>
            </a:r>
            <a:r>
              <a:rPr sz="1700" spc="75" dirty="0">
                <a:solidFill>
                  <a:srgbClr val="FFFFFF"/>
                </a:solidFill>
                <a:latin typeface="Trebuchet MS"/>
                <a:cs typeface="Trebuchet MS"/>
              </a:rPr>
              <a:t>Shoes.</a:t>
            </a:r>
            <a:endParaRPr sz="1700">
              <a:latin typeface="Trebuchet MS"/>
              <a:cs typeface="Trebuchet MS"/>
            </a:endParaRPr>
          </a:p>
          <a:p>
            <a:pPr marL="379095">
              <a:lnSpc>
                <a:spcPct val="100000"/>
              </a:lnSpc>
              <a:spcBef>
                <a:spcPts val="155"/>
              </a:spcBef>
            </a:pPr>
            <a:r>
              <a:rPr sz="1700" spc="85" dirty="0">
                <a:solidFill>
                  <a:srgbClr val="FFFFFF"/>
                </a:solidFill>
                <a:latin typeface="Trebuchet MS"/>
                <a:cs typeface="Trebuchet MS"/>
              </a:rPr>
              <a:t>Introduce</a:t>
            </a:r>
            <a:r>
              <a:rPr sz="1700" spc="175" dirty="0">
                <a:solidFill>
                  <a:srgbClr val="FFFFFF"/>
                </a:solidFill>
                <a:latin typeface="Trebuchet MS"/>
                <a:cs typeface="Trebuchet MS"/>
              </a:rPr>
              <a:t> </a:t>
            </a:r>
            <a:r>
              <a:rPr sz="1700" spc="100" dirty="0">
                <a:solidFill>
                  <a:srgbClr val="FFFFFF"/>
                </a:solidFill>
                <a:latin typeface="Trebuchet MS"/>
                <a:cs typeface="Trebuchet MS"/>
              </a:rPr>
              <a:t>promotional</a:t>
            </a:r>
            <a:r>
              <a:rPr sz="1700" spc="175" dirty="0">
                <a:solidFill>
                  <a:srgbClr val="FFFFFF"/>
                </a:solidFill>
                <a:latin typeface="Trebuchet MS"/>
                <a:cs typeface="Trebuchet MS"/>
              </a:rPr>
              <a:t> </a:t>
            </a:r>
            <a:r>
              <a:rPr sz="1700" spc="195" dirty="0">
                <a:solidFill>
                  <a:srgbClr val="FFFFFF"/>
                </a:solidFill>
                <a:latin typeface="Trebuchet MS"/>
                <a:cs typeface="Trebuchet MS"/>
              </a:rPr>
              <a:t>campaigns</a:t>
            </a:r>
            <a:r>
              <a:rPr sz="1700" spc="175" dirty="0">
                <a:solidFill>
                  <a:srgbClr val="FFFFFF"/>
                </a:solidFill>
                <a:latin typeface="Trebuchet MS"/>
                <a:cs typeface="Trebuchet MS"/>
              </a:rPr>
              <a:t> </a:t>
            </a:r>
            <a:r>
              <a:rPr sz="1700" dirty="0">
                <a:solidFill>
                  <a:srgbClr val="FFFFFF"/>
                </a:solidFill>
                <a:latin typeface="Trebuchet MS"/>
                <a:cs typeface="Trebuchet MS"/>
              </a:rPr>
              <a:t>for</a:t>
            </a:r>
            <a:r>
              <a:rPr sz="1700" spc="175" dirty="0">
                <a:solidFill>
                  <a:srgbClr val="FFFFFF"/>
                </a:solidFill>
                <a:latin typeface="Trebuchet MS"/>
                <a:cs typeface="Trebuchet MS"/>
              </a:rPr>
              <a:t> </a:t>
            </a:r>
            <a:r>
              <a:rPr sz="1700" spc="95" dirty="0">
                <a:solidFill>
                  <a:srgbClr val="FFFFFF"/>
                </a:solidFill>
                <a:latin typeface="Trebuchet MS"/>
                <a:cs typeface="Trebuchet MS"/>
              </a:rPr>
              <a:t>lower-</a:t>
            </a:r>
            <a:r>
              <a:rPr sz="1700" spc="90" dirty="0">
                <a:solidFill>
                  <a:srgbClr val="FFFFFF"/>
                </a:solidFill>
                <a:latin typeface="Trebuchet MS"/>
                <a:cs typeface="Trebuchet MS"/>
              </a:rPr>
              <a:t>performing</a:t>
            </a:r>
            <a:endParaRPr sz="1700">
              <a:latin typeface="Trebuchet MS"/>
              <a:cs typeface="Trebuchet MS"/>
            </a:endParaRPr>
          </a:p>
          <a:p>
            <a:pPr marL="379095">
              <a:lnSpc>
                <a:spcPct val="100000"/>
              </a:lnSpc>
              <a:spcBef>
                <a:spcPts val="285"/>
              </a:spcBef>
            </a:pPr>
            <a:r>
              <a:rPr sz="1700" spc="110" dirty="0">
                <a:solidFill>
                  <a:srgbClr val="FFFFFF"/>
                </a:solidFill>
                <a:latin typeface="Trebuchet MS"/>
                <a:cs typeface="Trebuchet MS"/>
              </a:rPr>
              <a:t>categories</a:t>
            </a:r>
            <a:r>
              <a:rPr sz="1700" spc="-55" dirty="0">
                <a:solidFill>
                  <a:srgbClr val="FFFFFF"/>
                </a:solidFill>
                <a:latin typeface="Trebuchet MS"/>
                <a:cs typeface="Trebuchet MS"/>
              </a:rPr>
              <a:t> </a:t>
            </a:r>
            <a:r>
              <a:rPr sz="1700" dirty="0">
                <a:solidFill>
                  <a:srgbClr val="FFFFFF"/>
                </a:solidFill>
                <a:latin typeface="Trebuchet MS"/>
                <a:cs typeface="Trebuchet MS"/>
              </a:rPr>
              <a:t>like</a:t>
            </a:r>
            <a:r>
              <a:rPr sz="1700" spc="-55" dirty="0">
                <a:solidFill>
                  <a:srgbClr val="FFFFFF"/>
                </a:solidFill>
                <a:latin typeface="Trebuchet MS"/>
                <a:cs typeface="Trebuchet MS"/>
              </a:rPr>
              <a:t> </a:t>
            </a:r>
            <a:r>
              <a:rPr sz="1700" spc="120" dirty="0">
                <a:solidFill>
                  <a:srgbClr val="FFFFFF"/>
                </a:solidFill>
                <a:latin typeface="Trebuchet MS"/>
                <a:cs typeface="Trebuchet MS"/>
              </a:rPr>
              <a:t>Books</a:t>
            </a:r>
            <a:r>
              <a:rPr sz="1700" spc="-55" dirty="0">
                <a:solidFill>
                  <a:srgbClr val="FFFFFF"/>
                </a:solidFill>
                <a:latin typeface="Trebuchet MS"/>
                <a:cs typeface="Trebuchet MS"/>
              </a:rPr>
              <a:t> </a:t>
            </a:r>
            <a:r>
              <a:rPr sz="1700" spc="195" dirty="0">
                <a:solidFill>
                  <a:srgbClr val="FFFFFF"/>
                </a:solidFill>
                <a:latin typeface="Trebuchet MS"/>
                <a:cs typeface="Trebuchet MS"/>
              </a:rPr>
              <a:t>and</a:t>
            </a:r>
            <a:r>
              <a:rPr sz="1700" spc="-50" dirty="0">
                <a:solidFill>
                  <a:srgbClr val="FFFFFF"/>
                </a:solidFill>
                <a:latin typeface="Trebuchet MS"/>
                <a:cs typeface="Trebuchet MS"/>
              </a:rPr>
              <a:t> </a:t>
            </a:r>
            <a:r>
              <a:rPr sz="1700" spc="55" dirty="0">
                <a:solidFill>
                  <a:srgbClr val="FFFFFF"/>
                </a:solidFill>
                <a:latin typeface="Trebuchet MS"/>
                <a:cs typeface="Trebuchet MS"/>
              </a:rPr>
              <a:t>Souvenirs.</a:t>
            </a:r>
            <a:endParaRPr sz="1700">
              <a:latin typeface="Trebuchet MS"/>
              <a:cs typeface="Trebuchet MS"/>
            </a:endParaRPr>
          </a:p>
          <a:p>
            <a:pPr marL="379095" marR="5080">
              <a:lnSpc>
                <a:spcPct val="113999"/>
              </a:lnSpc>
            </a:pPr>
            <a:r>
              <a:rPr sz="1700" spc="114" dirty="0">
                <a:solidFill>
                  <a:srgbClr val="FFFFFF"/>
                </a:solidFill>
                <a:latin typeface="Trebuchet MS"/>
                <a:cs typeface="Trebuchet MS"/>
              </a:rPr>
              <a:t>Use</a:t>
            </a:r>
            <a:r>
              <a:rPr sz="1700" spc="300" dirty="0">
                <a:solidFill>
                  <a:srgbClr val="FFFFFF"/>
                </a:solidFill>
                <a:latin typeface="Trebuchet MS"/>
                <a:cs typeface="Trebuchet MS"/>
              </a:rPr>
              <a:t> </a:t>
            </a:r>
            <a:r>
              <a:rPr sz="1700" spc="160" dirty="0">
                <a:solidFill>
                  <a:srgbClr val="FFFFFF"/>
                </a:solidFill>
                <a:latin typeface="Trebuchet MS"/>
                <a:cs typeface="Trebuchet MS"/>
              </a:rPr>
              <a:t>gender-</a:t>
            </a:r>
            <a:r>
              <a:rPr sz="1700" spc="80" dirty="0">
                <a:solidFill>
                  <a:srgbClr val="FFFFFF"/>
                </a:solidFill>
                <a:latin typeface="Trebuchet MS"/>
                <a:cs typeface="Trebuchet MS"/>
              </a:rPr>
              <a:t>specific</a:t>
            </a:r>
            <a:r>
              <a:rPr sz="1700" spc="305" dirty="0">
                <a:solidFill>
                  <a:srgbClr val="FFFFFF"/>
                </a:solidFill>
                <a:latin typeface="Trebuchet MS"/>
                <a:cs typeface="Trebuchet MS"/>
              </a:rPr>
              <a:t> </a:t>
            </a:r>
            <a:r>
              <a:rPr sz="1700" spc="105" dirty="0">
                <a:solidFill>
                  <a:srgbClr val="FFFFFF"/>
                </a:solidFill>
                <a:latin typeface="Trebuchet MS"/>
                <a:cs typeface="Trebuchet MS"/>
              </a:rPr>
              <a:t>marketing</a:t>
            </a:r>
            <a:r>
              <a:rPr sz="1700" spc="305" dirty="0">
                <a:solidFill>
                  <a:srgbClr val="FFFFFF"/>
                </a:solidFill>
                <a:latin typeface="Trebuchet MS"/>
                <a:cs typeface="Trebuchet MS"/>
              </a:rPr>
              <a:t> </a:t>
            </a:r>
            <a:r>
              <a:rPr sz="1700" spc="195" dirty="0">
                <a:solidFill>
                  <a:srgbClr val="FFFFFF"/>
                </a:solidFill>
                <a:latin typeface="Trebuchet MS"/>
                <a:cs typeface="Trebuchet MS"/>
              </a:rPr>
              <a:t>campaigns</a:t>
            </a:r>
            <a:r>
              <a:rPr sz="1700" spc="305" dirty="0">
                <a:solidFill>
                  <a:srgbClr val="FFFFFF"/>
                </a:solidFill>
                <a:latin typeface="Trebuchet MS"/>
                <a:cs typeface="Trebuchet MS"/>
              </a:rPr>
              <a:t> </a:t>
            </a:r>
            <a:r>
              <a:rPr sz="1700" spc="50" dirty="0">
                <a:solidFill>
                  <a:srgbClr val="FFFFFF"/>
                </a:solidFill>
                <a:latin typeface="Trebuchet MS"/>
                <a:cs typeface="Trebuchet MS"/>
              </a:rPr>
              <a:t>to</a:t>
            </a:r>
            <a:r>
              <a:rPr sz="1700" spc="305" dirty="0">
                <a:solidFill>
                  <a:srgbClr val="FFFFFF"/>
                </a:solidFill>
                <a:latin typeface="Trebuchet MS"/>
                <a:cs typeface="Trebuchet MS"/>
              </a:rPr>
              <a:t> </a:t>
            </a:r>
            <a:r>
              <a:rPr sz="1700" spc="110" dirty="0">
                <a:solidFill>
                  <a:srgbClr val="FFFFFF"/>
                </a:solidFill>
                <a:latin typeface="Trebuchet MS"/>
                <a:cs typeface="Trebuchet MS"/>
              </a:rPr>
              <a:t>promote </a:t>
            </a:r>
            <a:r>
              <a:rPr sz="1700" spc="120" dirty="0">
                <a:solidFill>
                  <a:srgbClr val="FFFFFF"/>
                </a:solidFill>
                <a:latin typeface="Trebuchet MS"/>
                <a:cs typeface="Trebuchet MS"/>
              </a:rPr>
              <a:t>products</a:t>
            </a:r>
            <a:r>
              <a:rPr sz="1700" spc="-45" dirty="0">
                <a:solidFill>
                  <a:srgbClr val="FFFFFF"/>
                </a:solidFill>
                <a:latin typeface="Trebuchet MS"/>
                <a:cs typeface="Trebuchet MS"/>
              </a:rPr>
              <a:t> </a:t>
            </a:r>
            <a:r>
              <a:rPr sz="1700" spc="185" dirty="0">
                <a:solidFill>
                  <a:srgbClr val="FFFFFF"/>
                </a:solidFill>
                <a:latin typeface="Trebuchet MS"/>
                <a:cs typeface="Trebuchet MS"/>
              </a:rPr>
              <a:t>based</a:t>
            </a:r>
            <a:r>
              <a:rPr sz="1700" spc="-45" dirty="0">
                <a:solidFill>
                  <a:srgbClr val="FFFFFF"/>
                </a:solidFill>
                <a:latin typeface="Trebuchet MS"/>
                <a:cs typeface="Trebuchet MS"/>
              </a:rPr>
              <a:t> </a:t>
            </a:r>
            <a:r>
              <a:rPr sz="1700" spc="160" dirty="0">
                <a:solidFill>
                  <a:srgbClr val="FFFFFF"/>
                </a:solidFill>
                <a:latin typeface="Trebuchet MS"/>
                <a:cs typeface="Trebuchet MS"/>
              </a:rPr>
              <a:t>on</a:t>
            </a:r>
            <a:r>
              <a:rPr sz="1700" spc="-45" dirty="0">
                <a:solidFill>
                  <a:srgbClr val="FFFFFF"/>
                </a:solidFill>
                <a:latin typeface="Trebuchet MS"/>
                <a:cs typeface="Trebuchet MS"/>
              </a:rPr>
              <a:t> </a:t>
            </a:r>
            <a:r>
              <a:rPr sz="1700" spc="125" dirty="0">
                <a:solidFill>
                  <a:srgbClr val="FFFFFF"/>
                </a:solidFill>
                <a:latin typeface="Trebuchet MS"/>
                <a:cs typeface="Trebuchet MS"/>
              </a:rPr>
              <a:t>customer</a:t>
            </a:r>
            <a:r>
              <a:rPr sz="1700" spc="-45" dirty="0">
                <a:solidFill>
                  <a:srgbClr val="FFFFFF"/>
                </a:solidFill>
                <a:latin typeface="Trebuchet MS"/>
                <a:cs typeface="Trebuchet MS"/>
              </a:rPr>
              <a:t> </a:t>
            </a:r>
            <a:r>
              <a:rPr sz="1700" spc="145" dirty="0">
                <a:solidFill>
                  <a:srgbClr val="FFFFFF"/>
                </a:solidFill>
                <a:latin typeface="Trebuchet MS"/>
                <a:cs typeface="Trebuchet MS"/>
              </a:rPr>
              <a:t>purchasing</a:t>
            </a:r>
            <a:r>
              <a:rPr sz="1700" spc="-45" dirty="0">
                <a:solidFill>
                  <a:srgbClr val="FFFFFF"/>
                </a:solidFill>
                <a:latin typeface="Trebuchet MS"/>
                <a:cs typeface="Trebuchet MS"/>
              </a:rPr>
              <a:t> </a:t>
            </a:r>
            <a:r>
              <a:rPr sz="1700" spc="55" dirty="0">
                <a:solidFill>
                  <a:srgbClr val="FFFFFF"/>
                </a:solidFill>
                <a:latin typeface="Trebuchet MS"/>
                <a:cs typeface="Trebuchet MS"/>
              </a:rPr>
              <a:t>behavior.</a:t>
            </a:r>
            <a:endParaRPr sz="1700">
              <a:latin typeface="Trebuchet MS"/>
              <a:cs typeface="Trebuchet MS"/>
            </a:endParaRPr>
          </a:p>
          <a:p>
            <a:pPr marL="379095" marR="5080">
              <a:lnSpc>
                <a:spcPct val="113999"/>
              </a:lnSpc>
              <a:tabLst>
                <a:tab pos="1962150" algn="l"/>
                <a:tab pos="2978785" algn="l"/>
                <a:tab pos="4718050" algn="l"/>
                <a:tab pos="5444490" algn="l"/>
                <a:tab pos="6302375" algn="l"/>
              </a:tabLst>
            </a:pPr>
            <a:r>
              <a:rPr sz="1700" spc="95" dirty="0">
                <a:solidFill>
                  <a:srgbClr val="FFFFFF"/>
                </a:solidFill>
                <a:latin typeface="Trebuchet MS"/>
                <a:cs typeface="Trebuchet MS"/>
              </a:rPr>
              <a:t>Continuously</a:t>
            </a:r>
            <a:r>
              <a:rPr sz="1700" dirty="0">
                <a:solidFill>
                  <a:srgbClr val="FFFFFF"/>
                </a:solidFill>
                <a:latin typeface="Trebuchet MS"/>
                <a:cs typeface="Trebuchet MS"/>
              </a:rPr>
              <a:t>	</a:t>
            </a:r>
            <a:r>
              <a:rPr sz="1700" spc="80" dirty="0">
                <a:solidFill>
                  <a:srgbClr val="FFFFFF"/>
                </a:solidFill>
                <a:latin typeface="Trebuchet MS"/>
                <a:cs typeface="Trebuchet MS"/>
              </a:rPr>
              <a:t>monitor</a:t>
            </a:r>
            <a:r>
              <a:rPr sz="1700" dirty="0">
                <a:solidFill>
                  <a:srgbClr val="FFFFFF"/>
                </a:solidFill>
                <a:latin typeface="Trebuchet MS"/>
                <a:cs typeface="Trebuchet MS"/>
              </a:rPr>
              <a:t>	</a:t>
            </a:r>
            <a:r>
              <a:rPr sz="1700" spc="145" dirty="0">
                <a:solidFill>
                  <a:srgbClr val="FFFFFF"/>
                </a:solidFill>
                <a:latin typeface="Trebuchet MS"/>
                <a:cs typeface="Trebuchet MS"/>
              </a:rPr>
              <a:t>category-</a:t>
            </a:r>
            <a:r>
              <a:rPr sz="1700" spc="65" dirty="0">
                <a:solidFill>
                  <a:srgbClr val="FFFFFF"/>
                </a:solidFill>
                <a:latin typeface="Trebuchet MS"/>
                <a:cs typeface="Trebuchet MS"/>
              </a:rPr>
              <a:t>wise</a:t>
            </a:r>
            <a:r>
              <a:rPr sz="1700" dirty="0">
                <a:solidFill>
                  <a:srgbClr val="FFFFFF"/>
                </a:solidFill>
                <a:latin typeface="Trebuchet MS"/>
                <a:cs typeface="Trebuchet MS"/>
              </a:rPr>
              <a:t>	</a:t>
            </a:r>
            <a:r>
              <a:rPr sz="1700" spc="120" dirty="0">
                <a:solidFill>
                  <a:srgbClr val="FFFFFF"/>
                </a:solidFill>
                <a:latin typeface="Trebuchet MS"/>
                <a:cs typeface="Trebuchet MS"/>
              </a:rPr>
              <a:t>sales</a:t>
            </a:r>
            <a:r>
              <a:rPr sz="1700" dirty="0">
                <a:solidFill>
                  <a:srgbClr val="FFFFFF"/>
                </a:solidFill>
                <a:latin typeface="Trebuchet MS"/>
                <a:cs typeface="Trebuchet MS"/>
              </a:rPr>
              <a:t>	</a:t>
            </a:r>
            <a:r>
              <a:rPr sz="1700" spc="80" dirty="0">
                <a:solidFill>
                  <a:srgbClr val="FFFFFF"/>
                </a:solidFill>
                <a:latin typeface="Trebuchet MS"/>
                <a:cs typeface="Trebuchet MS"/>
              </a:rPr>
              <a:t>trends</a:t>
            </a:r>
            <a:r>
              <a:rPr sz="1700" dirty="0">
                <a:solidFill>
                  <a:srgbClr val="FFFFFF"/>
                </a:solidFill>
                <a:latin typeface="Trebuchet MS"/>
                <a:cs typeface="Trebuchet MS"/>
              </a:rPr>
              <a:t>	</a:t>
            </a:r>
            <a:r>
              <a:rPr sz="1700" spc="25" dirty="0">
                <a:solidFill>
                  <a:srgbClr val="FFFFFF"/>
                </a:solidFill>
                <a:latin typeface="Trebuchet MS"/>
                <a:cs typeface="Trebuchet MS"/>
              </a:rPr>
              <a:t>to </a:t>
            </a:r>
            <a:r>
              <a:rPr sz="1700" spc="110" dirty="0">
                <a:solidFill>
                  <a:srgbClr val="FFFFFF"/>
                </a:solidFill>
                <a:latin typeface="Trebuchet MS"/>
                <a:cs typeface="Trebuchet MS"/>
              </a:rPr>
              <a:t>improve</a:t>
            </a:r>
            <a:r>
              <a:rPr sz="1700" spc="-50" dirty="0">
                <a:solidFill>
                  <a:srgbClr val="FFFFFF"/>
                </a:solidFill>
                <a:latin typeface="Trebuchet MS"/>
                <a:cs typeface="Trebuchet MS"/>
              </a:rPr>
              <a:t> </a:t>
            </a:r>
            <a:r>
              <a:rPr sz="1700" spc="110" dirty="0">
                <a:solidFill>
                  <a:srgbClr val="FFFFFF"/>
                </a:solidFill>
                <a:latin typeface="Trebuchet MS"/>
                <a:cs typeface="Trebuchet MS"/>
              </a:rPr>
              <a:t>product</a:t>
            </a:r>
            <a:r>
              <a:rPr sz="1700" spc="-50" dirty="0">
                <a:solidFill>
                  <a:srgbClr val="FFFFFF"/>
                </a:solidFill>
                <a:latin typeface="Trebuchet MS"/>
                <a:cs typeface="Trebuchet MS"/>
              </a:rPr>
              <a:t> </a:t>
            </a:r>
            <a:r>
              <a:rPr sz="1700" spc="125" dirty="0">
                <a:solidFill>
                  <a:srgbClr val="FFFFFF"/>
                </a:solidFill>
                <a:latin typeface="Trebuchet MS"/>
                <a:cs typeface="Trebuchet MS"/>
              </a:rPr>
              <a:t>planning</a:t>
            </a:r>
            <a:r>
              <a:rPr sz="1700" spc="-50" dirty="0">
                <a:solidFill>
                  <a:srgbClr val="FFFFFF"/>
                </a:solidFill>
                <a:latin typeface="Trebuchet MS"/>
                <a:cs typeface="Trebuchet MS"/>
              </a:rPr>
              <a:t> </a:t>
            </a:r>
            <a:r>
              <a:rPr sz="1700" spc="195" dirty="0">
                <a:solidFill>
                  <a:srgbClr val="FFFFFF"/>
                </a:solidFill>
                <a:latin typeface="Trebuchet MS"/>
                <a:cs typeface="Trebuchet MS"/>
              </a:rPr>
              <a:t>and</a:t>
            </a:r>
            <a:r>
              <a:rPr sz="1700" spc="-45" dirty="0">
                <a:solidFill>
                  <a:srgbClr val="FFFFFF"/>
                </a:solidFill>
                <a:latin typeface="Trebuchet MS"/>
                <a:cs typeface="Trebuchet MS"/>
              </a:rPr>
              <a:t> </a:t>
            </a:r>
            <a:r>
              <a:rPr sz="1700" spc="95" dirty="0">
                <a:solidFill>
                  <a:srgbClr val="FFFFFF"/>
                </a:solidFill>
                <a:latin typeface="Trebuchet MS"/>
                <a:cs typeface="Trebuchet MS"/>
              </a:rPr>
              <a:t>maximize</a:t>
            </a:r>
            <a:r>
              <a:rPr sz="1700" spc="-50" dirty="0">
                <a:solidFill>
                  <a:srgbClr val="FFFFFF"/>
                </a:solidFill>
                <a:latin typeface="Trebuchet MS"/>
                <a:cs typeface="Trebuchet MS"/>
              </a:rPr>
              <a:t> </a:t>
            </a:r>
            <a:r>
              <a:rPr sz="1700" spc="45" dirty="0">
                <a:solidFill>
                  <a:srgbClr val="FFFFFF"/>
                </a:solidFill>
                <a:latin typeface="Trebuchet MS"/>
                <a:cs typeface="Trebuchet MS"/>
              </a:rPr>
              <a:t>revenue.</a:t>
            </a:r>
            <a:endParaRPr sz="1700">
              <a:latin typeface="Trebuchet MS"/>
              <a:cs typeface="Trebuchet MS"/>
            </a:endParaRPr>
          </a:p>
        </p:txBody>
      </p:sp>
      <p:sp>
        <p:nvSpPr>
          <p:cNvPr id="20" name="object 20" descr="$PPTXTitle"/>
          <p:cNvSpPr txBox="1">
            <a:spLocks noGrp="1"/>
          </p:cNvSpPr>
          <p:nvPr>
            <p:ph type="title"/>
          </p:nvPr>
        </p:nvSpPr>
        <p:spPr>
          <a:prstGeom prst="rect">
            <a:avLst/>
          </a:prstGeom>
        </p:spPr>
        <p:txBody>
          <a:bodyPr vert="horz" wrap="square" lIns="0" tIns="12700" rIns="0" bIns="0" rtlCol="0">
            <a:spAutoFit/>
          </a:bodyPr>
          <a:lstStyle/>
          <a:p>
            <a:pPr marL="160020">
              <a:lnSpc>
                <a:spcPct val="100000"/>
              </a:lnSpc>
              <a:spcBef>
                <a:spcPts val="100"/>
              </a:spcBef>
            </a:pPr>
            <a:r>
              <a:rPr sz="5000" spc="135" dirty="0"/>
              <a:t>Sales</a:t>
            </a:r>
            <a:r>
              <a:rPr sz="5000" spc="-310" dirty="0"/>
              <a:t> </a:t>
            </a:r>
            <a:r>
              <a:rPr sz="5000" spc="254" dirty="0"/>
              <a:t>Performance</a:t>
            </a:r>
            <a:r>
              <a:rPr sz="5000" spc="-305" dirty="0"/>
              <a:t> </a:t>
            </a:r>
            <a:r>
              <a:rPr sz="5000" spc="175" dirty="0"/>
              <a:t>Analysis</a:t>
            </a:r>
            <a:endParaRPr sz="5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04815" cy="10287000"/>
            <a:chOff x="0" y="0"/>
            <a:chExt cx="18204815" cy="10287000"/>
          </a:xfrm>
        </p:grpSpPr>
        <p:pic>
          <p:nvPicPr>
            <p:cNvPr id="3" name="object 3"/>
            <p:cNvPicPr/>
            <p:nvPr/>
          </p:nvPicPr>
          <p:blipFill>
            <a:blip r:embed="rId2" cstate="print"/>
            <a:stretch>
              <a:fillRect/>
            </a:stretch>
          </p:blipFill>
          <p:spPr>
            <a:xfrm>
              <a:off x="0" y="0"/>
              <a:ext cx="18006289" cy="10287000"/>
            </a:xfrm>
            <a:prstGeom prst="rect">
              <a:avLst/>
            </a:prstGeom>
          </p:spPr>
        </p:pic>
        <p:pic>
          <p:nvPicPr>
            <p:cNvPr id="4" name="object 4"/>
            <p:cNvPicPr/>
            <p:nvPr/>
          </p:nvPicPr>
          <p:blipFill>
            <a:blip r:embed="rId3" cstate="print"/>
            <a:stretch>
              <a:fillRect/>
            </a:stretch>
          </p:blipFill>
          <p:spPr>
            <a:xfrm>
              <a:off x="5377486" y="242176"/>
              <a:ext cx="7181849" cy="4362449"/>
            </a:xfrm>
            <a:prstGeom prst="rect">
              <a:avLst/>
            </a:prstGeom>
          </p:spPr>
        </p:pic>
        <p:pic>
          <p:nvPicPr>
            <p:cNvPr id="5" name="object 5"/>
            <p:cNvPicPr/>
            <p:nvPr/>
          </p:nvPicPr>
          <p:blipFill>
            <a:blip r:embed="rId4" cstate="print"/>
            <a:stretch>
              <a:fillRect/>
            </a:stretch>
          </p:blipFill>
          <p:spPr>
            <a:xfrm>
              <a:off x="47624" y="242176"/>
              <a:ext cx="5333999" cy="5333999"/>
            </a:xfrm>
            <a:prstGeom prst="rect">
              <a:avLst/>
            </a:prstGeom>
          </p:spPr>
        </p:pic>
        <p:pic>
          <p:nvPicPr>
            <p:cNvPr id="6" name="object 6"/>
            <p:cNvPicPr/>
            <p:nvPr/>
          </p:nvPicPr>
          <p:blipFill>
            <a:blip r:embed="rId5" cstate="print"/>
            <a:stretch>
              <a:fillRect/>
            </a:stretch>
          </p:blipFill>
          <p:spPr>
            <a:xfrm>
              <a:off x="12556016" y="242176"/>
              <a:ext cx="5648324" cy="5353049"/>
            </a:xfrm>
            <a:prstGeom prst="rect">
              <a:avLst/>
            </a:prstGeom>
          </p:spPr>
        </p:pic>
      </p:grpSp>
      <p:sp>
        <p:nvSpPr>
          <p:cNvPr id="7" name="object 7"/>
          <p:cNvSpPr txBox="1"/>
          <p:nvPr/>
        </p:nvSpPr>
        <p:spPr>
          <a:xfrm>
            <a:off x="490785" y="6888552"/>
            <a:ext cx="4773295" cy="2016125"/>
          </a:xfrm>
          <a:prstGeom prst="rect">
            <a:avLst/>
          </a:prstGeom>
        </p:spPr>
        <p:txBody>
          <a:bodyPr vert="horz" wrap="square" lIns="0" tIns="161925" rIns="0" bIns="0" rtlCol="0">
            <a:spAutoFit/>
          </a:bodyPr>
          <a:lstStyle/>
          <a:p>
            <a:pPr marL="417830" marR="5080" indent="-405765">
              <a:lnSpc>
                <a:spcPts val="7280"/>
              </a:lnSpc>
              <a:spcBef>
                <a:spcPts val="1275"/>
              </a:spcBef>
            </a:pPr>
            <a:r>
              <a:rPr sz="7000" b="1" spc="315" dirty="0">
                <a:solidFill>
                  <a:srgbClr val="FFFFFF"/>
                </a:solidFill>
                <a:latin typeface="Arial"/>
                <a:cs typeface="Arial"/>
              </a:rPr>
              <a:t>Age</a:t>
            </a:r>
            <a:r>
              <a:rPr sz="7000" b="1" spc="-470" dirty="0">
                <a:solidFill>
                  <a:srgbClr val="FFFFFF"/>
                </a:solidFill>
                <a:latin typeface="Arial"/>
                <a:cs typeface="Arial"/>
              </a:rPr>
              <a:t> </a:t>
            </a:r>
            <a:r>
              <a:rPr sz="7000" b="1" spc="340" dirty="0">
                <a:solidFill>
                  <a:srgbClr val="FFFFFF"/>
                </a:solidFill>
                <a:latin typeface="Arial"/>
                <a:cs typeface="Arial"/>
              </a:rPr>
              <a:t>group </a:t>
            </a:r>
            <a:r>
              <a:rPr sz="7000" b="1" spc="245" dirty="0">
                <a:solidFill>
                  <a:srgbClr val="FFFFFF"/>
                </a:solidFill>
                <a:latin typeface="Arial"/>
                <a:cs typeface="Arial"/>
              </a:rPr>
              <a:t>Analysis</a:t>
            </a:r>
            <a:endParaRPr sz="7000">
              <a:latin typeface="Arial"/>
              <a:cs typeface="Arial"/>
            </a:endParaRPr>
          </a:p>
        </p:txBody>
      </p:sp>
      <p:pic>
        <p:nvPicPr>
          <p:cNvPr id="8" name="object 8"/>
          <p:cNvPicPr/>
          <p:nvPr/>
        </p:nvPicPr>
        <p:blipFill>
          <a:blip r:embed="rId6" cstate="print"/>
          <a:stretch>
            <a:fillRect/>
          </a:stretch>
        </p:blipFill>
        <p:spPr>
          <a:xfrm>
            <a:off x="6247304" y="6732401"/>
            <a:ext cx="76200" cy="76199"/>
          </a:xfrm>
          <a:prstGeom prst="rect">
            <a:avLst/>
          </a:prstGeom>
        </p:spPr>
      </p:pic>
      <p:sp>
        <p:nvSpPr>
          <p:cNvPr id="9" name="object 9"/>
          <p:cNvSpPr txBox="1"/>
          <p:nvPr/>
        </p:nvSpPr>
        <p:spPr>
          <a:xfrm>
            <a:off x="6063154" y="6251071"/>
            <a:ext cx="9591675" cy="654050"/>
          </a:xfrm>
          <a:prstGeom prst="rect">
            <a:avLst/>
          </a:prstGeom>
        </p:spPr>
        <p:txBody>
          <a:bodyPr vert="horz" wrap="square" lIns="0" tIns="52705" rIns="0" bIns="0" rtlCol="0">
            <a:spAutoFit/>
          </a:bodyPr>
          <a:lstStyle/>
          <a:p>
            <a:pPr marL="12700">
              <a:lnSpc>
                <a:spcPct val="100000"/>
              </a:lnSpc>
              <a:spcBef>
                <a:spcPts val="415"/>
              </a:spcBef>
            </a:pPr>
            <a:r>
              <a:rPr sz="1800" b="1" spc="60" dirty="0">
                <a:solidFill>
                  <a:srgbClr val="FFFFFF"/>
                </a:solidFill>
                <a:latin typeface="Arial"/>
                <a:cs typeface="Arial"/>
              </a:rPr>
              <a:t>Observation:</a:t>
            </a:r>
            <a:endParaRPr sz="1800">
              <a:latin typeface="Arial"/>
              <a:cs typeface="Arial"/>
            </a:endParaRPr>
          </a:p>
          <a:p>
            <a:pPr marL="400685">
              <a:lnSpc>
                <a:spcPct val="100000"/>
              </a:lnSpc>
              <a:spcBef>
                <a:spcPts val="315"/>
              </a:spcBef>
            </a:pPr>
            <a:r>
              <a:rPr sz="1800" spc="65" dirty="0">
                <a:solidFill>
                  <a:srgbClr val="FFFFFF"/>
                </a:solidFill>
                <a:latin typeface="Trebuchet MS"/>
                <a:cs typeface="Trebuchet MS"/>
              </a:rPr>
              <a:t>The</a:t>
            </a:r>
            <a:r>
              <a:rPr sz="1800" spc="-30" dirty="0">
                <a:solidFill>
                  <a:srgbClr val="FFFFFF"/>
                </a:solidFill>
                <a:latin typeface="Trebuchet MS"/>
                <a:cs typeface="Trebuchet MS"/>
              </a:rPr>
              <a:t> </a:t>
            </a:r>
            <a:r>
              <a:rPr sz="1800" dirty="0">
                <a:solidFill>
                  <a:srgbClr val="FFFFFF"/>
                </a:solidFill>
                <a:latin typeface="Trebuchet MS"/>
                <a:cs typeface="Trebuchet MS"/>
              </a:rPr>
              <a:t>21-</a:t>
            </a:r>
            <a:r>
              <a:rPr sz="1800" spc="135" dirty="0">
                <a:solidFill>
                  <a:srgbClr val="FFFFFF"/>
                </a:solidFill>
                <a:latin typeface="Trebuchet MS"/>
                <a:cs typeface="Trebuchet MS"/>
              </a:rPr>
              <a:t>30</a:t>
            </a:r>
            <a:r>
              <a:rPr sz="1800" spc="-25" dirty="0">
                <a:solidFill>
                  <a:srgbClr val="FFFFFF"/>
                </a:solidFill>
                <a:latin typeface="Trebuchet MS"/>
                <a:cs typeface="Trebuchet MS"/>
              </a:rPr>
              <a:t> </a:t>
            </a:r>
            <a:r>
              <a:rPr sz="1800" spc="235" dirty="0">
                <a:solidFill>
                  <a:srgbClr val="FFFFFF"/>
                </a:solidFill>
                <a:latin typeface="Trebuchet MS"/>
                <a:cs typeface="Trebuchet MS"/>
              </a:rPr>
              <a:t>age</a:t>
            </a:r>
            <a:r>
              <a:rPr sz="1800" spc="-25" dirty="0">
                <a:solidFill>
                  <a:srgbClr val="FFFFFF"/>
                </a:solidFill>
                <a:latin typeface="Trebuchet MS"/>
                <a:cs typeface="Trebuchet MS"/>
              </a:rPr>
              <a:t> </a:t>
            </a:r>
            <a:r>
              <a:rPr sz="1800" spc="165" dirty="0">
                <a:solidFill>
                  <a:srgbClr val="FFFFFF"/>
                </a:solidFill>
                <a:latin typeface="Trebuchet MS"/>
                <a:cs typeface="Trebuchet MS"/>
              </a:rPr>
              <a:t>group</a:t>
            </a:r>
            <a:r>
              <a:rPr sz="1800" spc="-25" dirty="0">
                <a:solidFill>
                  <a:srgbClr val="FFFFFF"/>
                </a:solidFill>
                <a:latin typeface="Trebuchet MS"/>
                <a:cs typeface="Trebuchet MS"/>
              </a:rPr>
              <a:t> </a:t>
            </a:r>
            <a:r>
              <a:rPr sz="1800" spc="135" dirty="0">
                <a:solidFill>
                  <a:srgbClr val="FFFFFF"/>
                </a:solidFill>
                <a:latin typeface="Trebuchet MS"/>
                <a:cs typeface="Trebuchet MS"/>
              </a:rPr>
              <a:t>generated</a:t>
            </a:r>
            <a:r>
              <a:rPr sz="1800" spc="-25" dirty="0">
                <a:solidFill>
                  <a:srgbClr val="FFFFFF"/>
                </a:solidFill>
                <a:latin typeface="Trebuchet MS"/>
                <a:cs typeface="Trebuchet MS"/>
              </a:rPr>
              <a:t> </a:t>
            </a:r>
            <a:r>
              <a:rPr sz="1800" spc="70" dirty="0">
                <a:solidFill>
                  <a:srgbClr val="FFFFFF"/>
                </a:solidFill>
                <a:latin typeface="Trebuchet MS"/>
                <a:cs typeface="Trebuchet MS"/>
              </a:rPr>
              <a:t>the</a:t>
            </a:r>
            <a:r>
              <a:rPr sz="1800" spc="-25" dirty="0">
                <a:solidFill>
                  <a:srgbClr val="FFFFFF"/>
                </a:solidFill>
                <a:latin typeface="Trebuchet MS"/>
                <a:cs typeface="Trebuchet MS"/>
              </a:rPr>
              <a:t> </a:t>
            </a:r>
            <a:r>
              <a:rPr sz="1800" spc="114" dirty="0">
                <a:solidFill>
                  <a:srgbClr val="FFFFFF"/>
                </a:solidFill>
                <a:latin typeface="Trebuchet MS"/>
                <a:cs typeface="Trebuchet MS"/>
              </a:rPr>
              <a:t>highest</a:t>
            </a:r>
            <a:r>
              <a:rPr sz="1800" spc="-25" dirty="0">
                <a:solidFill>
                  <a:srgbClr val="FFFFFF"/>
                </a:solidFill>
                <a:latin typeface="Trebuchet MS"/>
                <a:cs typeface="Trebuchet MS"/>
              </a:rPr>
              <a:t> </a:t>
            </a:r>
            <a:r>
              <a:rPr sz="1800" dirty="0">
                <a:solidFill>
                  <a:srgbClr val="FFFFFF"/>
                </a:solidFill>
                <a:latin typeface="Trebuchet MS"/>
                <a:cs typeface="Trebuchet MS"/>
              </a:rPr>
              <a:t>total</a:t>
            </a:r>
            <a:r>
              <a:rPr sz="1800" spc="-30" dirty="0">
                <a:solidFill>
                  <a:srgbClr val="FFFFFF"/>
                </a:solidFill>
                <a:latin typeface="Trebuchet MS"/>
                <a:cs typeface="Trebuchet MS"/>
              </a:rPr>
              <a:t> </a:t>
            </a:r>
            <a:r>
              <a:rPr sz="1800" spc="110" dirty="0">
                <a:solidFill>
                  <a:srgbClr val="FFFFFF"/>
                </a:solidFill>
                <a:latin typeface="Trebuchet MS"/>
                <a:cs typeface="Trebuchet MS"/>
              </a:rPr>
              <a:t>revenue</a:t>
            </a:r>
            <a:r>
              <a:rPr sz="1800" spc="-25" dirty="0">
                <a:solidFill>
                  <a:srgbClr val="FFFFFF"/>
                </a:solidFill>
                <a:latin typeface="Trebuchet MS"/>
                <a:cs typeface="Trebuchet MS"/>
              </a:rPr>
              <a:t> </a:t>
            </a:r>
            <a:r>
              <a:rPr sz="1800" spc="250" dirty="0">
                <a:solidFill>
                  <a:srgbClr val="FFFFFF"/>
                </a:solidFill>
                <a:latin typeface="Trebuchet MS"/>
                <a:cs typeface="Trebuchet MS"/>
              </a:rPr>
              <a:t>among</a:t>
            </a:r>
            <a:r>
              <a:rPr sz="1800" spc="-25" dirty="0">
                <a:solidFill>
                  <a:srgbClr val="FFFFFF"/>
                </a:solidFill>
                <a:latin typeface="Trebuchet MS"/>
                <a:cs typeface="Trebuchet MS"/>
              </a:rPr>
              <a:t> </a:t>
            </a:r>
            <a:r>
              <a:rPr sz="1800" dirty="0">
                <a:solidFill>
                  <a:srgbClr val="FFFFFF"/>
                </a:solidFill>
                <a:latin typeface="Trebuchet MS"/>
                <a:cs typeface="Trebuchet MS"/>
              </a:rPr>
              <a:t>all</a:t>
            </a:r>
            <a:r>
              <a:rPr sz="1800" spc="-25" dirty="0">
                <a:solidFill>
                  <a:srgbClr val="FFFFFF"/>
                </a:solidFill>
                <a:latin typeface="Trebuchet MS"/>
                <a:cs typeface="Trebuchet MS"/>
              </a:rPr>
              <a:t> </a:t>
            </a:r>
            <a:r>
              <a:rPr sz="1800" spc="235" dirty="0">
                <a:solidFill>
                  <a:srgbClr val="FFFFFF"/>
                </a:solidFill>
                <a:latin typeface="Trebuchet MS"/>
                <a:cs typeface="Trebuchet MS"/>
              </a:rPr>
              <a:t>age</a:t>
            </a:r>
            <a:r>
              <a:rPr sz="1800" spc="-25" dirty="0">
                <a:solidFill>
                  <a:srgbClr val="FFFFFF"/>
                </a:solidFill>
                <a:latin typeface="Trebuchet MS"/>
                <a:cs typeface="Trebuchet MS"/>
              </a:rPr>
              <a:t> </a:t>
            </a:r>
            <a:r>
              <a:rPr sz="1800" spc="95" dirty="0">
                <a:solidFill>
                  <a:srgbClr val="FFFFFF"/>
                </a:solidFill>
                <a:latin typeface="Trebuchet MS"/>
                <a:cs typeface="Trebuchet MS"/>
              </a:rPr>
              <a:t>groups.</a:t>
            </a:r>
            <a:endParaRPr sz="1800">
              <a:latin typeface="Trebuchet MS"/>
              <a:cs typeface="Trebuchet MS"/>
            </a:endParaRPr>
          </a:p>
        </p:txBody>
      </p:sp>
      <p:grpSp>
        <p:nvGrpSpPr>
          <p:cNvPr id="10" name="object 10"/>
          <p:cNvGrpSpPr/>
          <p:nvPr/>
        </p:nvGrpSpPr>
        <p:grpSpPr>
          <a:xfrm>
            <a:off x="47624" y="5815953"/>
            <a:ext cx="18240375" cy="4471035"/>
            <a:chOff x="47624" y="5815953"/>
            <a:chExt cx="18240375" cy="4471035"/>
          </a:xfrm>
        </p:grpSpPr>
        <p:pic>
          <p:nvPicPr>
            <p:cNvPr id="11" name="object 11"/>
            <p:cNvPicPr/>
            <p:nvPr/>
          </p:nvPicPr>
          <p:blipFill>
            <a:blip r:embed="rId6" cstate="print"/>
            <a:stretch>
              <a:fillRect/>
            </a:stretch>
          </p:blipFill>
          <p:spPr>
            <a:xfrm>
              <a:off x="6247304" y="7046726"/>
              <a:ext cx="76200" cy="76199"/>
            </a:xfrm>
            <a:prstGeom prst="rect">
              <a:avLst/>
            </a:prstGeom>
          </p:spPr>
        </p:pic>
        <p:pic>
          <p:nvPicPr>
            <p:cNvPr id="12" name="object 12"/>
            <p:cNvPicPr/>
            <p:nvPr/>
          </p:nvPicPr>
          <p:blipFill>
            <a:blip r:embed="rId6" cstate="print"/>
            <a:stretch>
              <a:fillRect/>
            </a:stretch>
          </p:blipFill>
          <p:spPr>
            <a:xfrm>
              <a:off x="6247304" y="7675376"/>
              <a:ext cx="76200" cy="76199"/>
            </a:xfrm>
            <a:prstGeom prst="rect">
              <a:avLst/>
            </a:prstGeom>
          </p:spPr>
        </p:pic>
        <p:pic>
          <p:nvPicPr>
            <p:cNvPr id="13" name="object 13"/>
            <p:cNvPicPr/>
            <p:nvPr/>
          </p:nvPicPr>
          <p:blipFill>
            <a:blip r:embed="rId6" cstate="print"/>
            <a:stretch>
              <a:fillRect/>
            </a:stretch>
          </p:blipFill>
          <p:spPr>
            <a:xfrm>
              <a:off x="6247304" y="8304026"/>
              <a:ext cx="76200" cy="76199"/>
            </a:xfrm>
            <a:prstGeom prst="rect">
              <a:avLst/>
            </a:prstGeom>
          </p:spPr>
        </p:pic>
        <p:pic>
          <p:nvPicPr>
            <p:cNvPr id="14" name="object 14"/>
            <p:cNvPicPr/>
            <p:nvPr/>
          </p:nvPicPr>
          <p:blipFill>
            <a:blip r:embed="rId7" cstate="print"/>
            <a:stretch>
              <a:fillRect/>
            </a:stretch>
          </p:blipFill>
          <p:spPr>
            <a:xfrm>
              <a:off x="47624" y="5815953"/>
              <a:ext cx="114299" cy="38099"/>
            </a:xfrm>
            <a:prstGeom prst="rect">
              <a:avLst/>
            </a:prstGeom>
          </p:spPr>
        </p:pic>
        <p:pic>
          <p:nvPicPr>
            <p:cNvPr id="15" name="object 15"/>
            <p:cNvPicPr/>
            <p:nvPr/>
          </p:nvPicPr>
          <p:blipFill>
            <a:blip r:embed="rId8" cstate="print"/>
            <a:stretch>
              <a:fillRect/>
            </a:stretch>
          </p:blipFill>
          <p:spPr>
            <a:xfrm>
              <a:off x="200024" y="5815953"/>
              <a:ext cx="114299" cy="38099"/>
            </a:xfrm>
            <a:prstGeom prst="rect">
              <a:avLst/>
            </a:prstGeom>
          </p:spPr>
        </p:pic>
        <p:pic>
          <p:nvPicPr>
            <p:cNvPr id="16" name="object 16"/>
            <p:cNvPicPr/>
            <p:nvPr/>
          </p:nvPicPr>
          <p:blipFill>
            <a:blip r:embed="rId9" cstate="print"/>
            <a:stretch>
              <a:fillRect/>
            </a:stretch>
          </p:blipFill>
          <p:spPr>
            <a:xfrm>
              <a:off x="352424" y="5815953"/>
              <a:ext cx="114299" cy="38099"/>
            </a:xfrm>
            <a:prstGeom prst="rect">
              <a:avLst/>
            </a:prstGeom>
          </p:spPr>
        </p:pic>
        <p:pic>
          <p:nvPicPr>
            <p:cNvPr id="17" name="object 17"/>
            <p:cNvPicPr/>
            <p:nvPr/>
          </p:nvPicPr>
          <p:blipFill>
            <a:blip r:embed="rId10" cstate="print"/>
            <a:stretch>
              <a:fillRect/>
            </a:stretch>
          </p:blipFill>
          <p:spPr>
            <a:xfrm>
              <a:off x="504824" y="5815953"/>
              <a:ext cx="114299" cy="38099"/>
            </a:xfrm>
            <a:prstGeom prst="rect">
              <a:avLst/>
            </a:prstGeom>
          </p:spPr>
        </p:pic>
        <p:pic>
          <p:nvPicPr>
            <p:cNvPr id="18" name="object 18"/>
            <p:cNvPicPr/>
            <p:nvPr/>
          </p:nvPicPr>
          <p:blipFill>
            <a:blip r:embed="rId11" cstate="print"/>
            <a:stretch>
              <a:fillRect/>
            </a:stretch>
          </p:blipFill>
          <p:spPr>
            <a:xfrm>
              <a:off x="657224" y="5815953"/>
              <a:ext cx="114299" cy="38099"/>
            </a:xfrm>
            <a:prstGeom prst="rect">
              <a:avLst/>
            </a:prstGeom>
          </p:spPr>
        </p:pic>
        <p:pic>
          <p:nvPicPr>
            <p:cNvPr id="19" name="object 19"/>
            <p:cNvPicPr/>
            <p:nvPr/>
          </p:nvPicPr>
          <p:blipFill>
            <a:blip r:embed="rId12" cstate="print"/>
            <a:stretch>
              <a:fillRect/>
            </a:stretch>
          </p:blipFill>
          <p:spPr>
            <a:xfrm>
              <a:off x="962024" y="5815953"/>
              <a:ext cx="114299" cy="38099"/>
            </a:xfrm>
            <a:prstGeom prst="rect">
              <a:avLst/>
            </a:prstGeom>
          </p:spPr>
        </p:pic>
        <p:pic>
          <p:nvPicPr>
            <p:cNvPr id="20" name="object 20"/>
            <p:cNvPicPr/>
            <p:nvPr/>
          </p:nvPicPr>
          <p:blipFill>
            <a:blip r:embed="rId13" cstate="print"/>
            <a:stretch>
              <a:fillRect/>
            </a:stretch>
          </p:blipFill>
          <p:spPr>
            <a:xfrm>
              <a:off x="809624" y="5815953"/>
              <a:ext cx="114299" cy="38099"/>
            </a:xfrm>
            <a:prstGeom prst="rect">
              <a:avLst/>
            </a:prstGeom>
          </p:spPr>
        </p:pic>
        <p:pic>
          <p:nvPicPr>
            <p:cNvPr id="21" name="object 21"/>
            <p:cNvPicPr/>
            <p:nvPr/>
          </p:nvPicPr>
          <p:blipFill>
            <a:blip r:embed="rId14" cstate="print"/>
            <a:stretch>
              <a:fillRect/>
            </a:stretch>
          </p:blipFill>
          <p:spPr>
            <a:xfrm>
              <a:off x="1114424" y="5815953"/>
              <a:ext cx="114299" cy="38099"/>
            </a:xfrm>
            <a:prstGeom prst="rect">
              <a:avLst/>
            </a:prstGeom>
          </p:spPr>
        </p:pic>
        <p:pic>
          <p:nvPicPr>
            <p:cNvPr id="22" name="object 22"/>
            <p:cNvPicPr/>
            <p:nvPr/>
          </p:nvPicPr>
          <p:blipFill>
            <a:blip r:embed="rId15" cstate="print"/>
            <a:stretch>
              <a:fillRect/>
            </a:stretch>
          </p:blipFill>
          <p:spPr>
            <a:xfrm>
              <a:off x="1266824" y="5815953"/>
              <a:ext cx="114299" cy="38099"/>
            </a:xfrm>
            <a:prstGeom prst="rect">
              <a:avLst/>
            </a:prstGeom>
          </p:spPr>
        </p:pic>
        <p:pic>
          <p:nvPicPr>
            <p:cNvPr id="23" name="object 23"/>
            <p:cNvPicPr/>
            <p:nvPr/>
          </p:nvPicPr>
          <p:blipFill>
            <a:blip r:embed="rId16" cstate="print"/>
            <a:stretch>
              <a:fillRect/>
            </a:stretch>
          </p:blipFill>
          <p:spPr>
            <a:xfrm>
              <a:off x="1419224" y="5815953"/>
              <a:ext cx="114299" cy="38099"/>
            </a:xfrm>
            <a:prstGeom prst="rect">
              <a:avLst/>
            </a:prstGeom>
          </p:spPr>
        </p:pic>
        <p:pic>
          <p:nvPicPr>
            <p:cNvPr id="24" name="object 24"/>
            <p:cNvPicPr/>
            <p:nvPr/>
          </p:nvPicPr>
          <p:blipFill>
            <a:blip r:embed="rId17" cstate="print"/>
            <a:stretch>
              <a:fillRect/>
            </a:stretch>
          </p:blipFill>
          <p:spPr>
            <a:xfrm>
              <a:off x="1571624" y="5815953"/>
              <a:ext cx="114299" cy="38099"/>
            </a:xfrm>
            <a:prstGeom prst="rect">
              <a:avLst/>
            </a:prstGeom>
          </p:spPr>
        </p:pic>
        <p:pic>
          <p:nvPicPr>
            <p:cNvPr id="25" name="object 25"/>
            <p:cNvPicPr/>
            <p:nvPr/>
          </p:nvPicPr>
          <p:blipFill>
            <a:blip r:embed="rId18" cstate="print"/>
            <a:stretch>
              <a:fillRect/>
            </a:stretch>
          </p:blipFill>
          <p:spPr>
            <a:xfrm>
              <a:off x="1724024" y="5815953"/>
              <a:ext cx="114299" cy="38099"/>
            </a:xfrm>
            <a:prstGeom prst="rect">
              <a:avLst/>
            </a:prstGeom>
          </p:spPr>
        </p:pic>
        <p:pic>
          <p:nvPicPr>
            <p:cNvPr id="26" name="object 26"/>
            <p:cNvPicPr/>
            <p:nvPr/>
          </p:nvPicPr>
          <p:blipFill>
            <a:blip r:embed="rId19" cstate="print"/>
            <a:stretch>
              <a:fillRect/>
            </a:stretch>
          </p:blipFill>
          <p:spPr>
            <a:xfrm>
              <a:off x="1876424" y="5815953"/>
              <a:ext cx="114299" cy="38099"/>
            </a:xfrm>
            <a:prstGeom prst="rect">
              <a:avLst/>
            </a:prstGeom>
          </p:spPr>
        </p:pic>
        <p:pic>
          <p:nvPicPr>
            <p:cNvPr id="27" name="object 27"/>
            <p:cNvPicPr/>
            <p:nvPr/>
          </p:nvPicPr>
          <p:blipFill>
            <a:blip r:embed="rId20" cstate="print"/>
            <a:stretch>
              <a:fillRect/>
            </a:stretch>
          </p:blipFill>
          <p:spPr>
            <a:xfrm>
              <a:off x="2028824" y="5815953"/>
              <a:ext cx="114299" cy="38099"/>
            </a:xfrm>
            <a:prstGeom prst="rect">
              <a:avLst/>
            </a:prstGeom>
          </p:spPr>
        </p:pic>
        <p:pic>
          <p:nvPicPr>
            <p:cNvPr id="28" name="object 28"/>
            <p:cNvPicPr/>
            <p:nvPr/>
          </p:nvPicPr>
          <p:blipFill>
            <a:blip r:embed="rId21" cstate="print"/>
            <a:stretch>
              <a:fillRect/>
            </a:stretch>
          </p:blipFill>
          <p:spPr>
            <a:xfrm>
              <a:off x="2333624" y="5815953"/>
              <a:ext cx="114299" cy="38099"/>
            </a:xfrm>
            <a:prstGeom prst="rect">
              <a:avLst/>
            </a:prstGeom>
          </p:spPr>
        </p:pic>
        <p:pic>
          <p:nvPicPr>
            <p:cNvPr id="29" name="object 29"/>
            <p:cNvPicPr/>
            <p:nvPr/>
          </p:nvPicPr>
          <p:blipFill>
            <a:blip r:embed="rId22" cstate="print"/>
            <a:stretch>
              <a:fillRect/>
            </a:stretch>
          </p:blipFill>
          <p:spPr>
            <a:xfrm>
              <a:off x="2181224" y="5815953"/>
              <a:ext cx="114299" cy="38099"/>
            </a:xfrm>
            <a:prstGeom prst="rect">
              <a:avLst/>
            </a:prstGeom>
          </p:spPr>
        </p:pic>
        <p:pic>
          <p:nvPicPr>
            <p:cNvPr id="30" name="object 30"/>
            <p:cNvPicPr/>
            <p:nvPr/>
          </p:nvPicPr>
          <p:blipFill>
            <a:blip r:embed="rId23" cstate="print"/>
            <a:stretch>
              <a:fillRect/>
            </a:stretch>
          </p:blipFill>
          <p:spPr>
            <a:xfrm>
              <a:off x="2486024" y="5815953"/>
              <a:ext cx="114299" cy="38099"/>
            </a:xfrm>
            <a:prstGeom prst="rect">
              <a:avLst/>
            </a:prstGeom>
          </p:spPr>
        </p:pic>
        <p:pic>
          <p:nvPicPr>
            <p:cNvPr id="31" name="object 31"/>
            <p:cNvPicPr/>
            <p:nvPr/>
          </p:nvPicPr>
          <p:blipFill>
            <a:blip r:embed="rId24" cstate="print"/>
            <a:stretch>
              <a:fillRect/>
            </a:stretch>
          </p:blipFill>
          <p:spPr>
            <a:xfrm>
              <a:off x="2638424" y="5815953"/>
              <a:ext cx="114299" cy="38099"/>
            </a:xfrm>
            <a:prstGeom prst="rect">
              <a:avLst/>
            </a:prstGeom>
          </p:spPr>
        </p:pic>
        <p:pic>
          <p:nvPicPr>
            <p:cNvPr id="32" name="object 32"/>
            <p:cNvPicPr/>
            <p:nvPr/>
          </p:nvPicPr>
          <p:blipFill>
            <a:blip r:embed="rId25" cstate="print"/>
            <a:stretch>
              <a:fillRect/>
            </a:stretch>
          </p:blipFill>
          <p:spPr>
            <a:xfrm>
              <a:off x="2790824" y="5815953"/>
              <a:ext cx="114299" cy="38099"/>
            </a:xfrm>
            <a:prstGeom prst="rect">
              <a:avLst/>
            </a:prstGeom>
          </p:spPr>
        </p:pic>
        <p:pic>
          <p:nvPicPr>
            <p:cNvPr id="33" name="object 33"/>
            <p:cNvPicPr/>
            <p:nvPr/>
          </p:nvPicPr>
          <p:blipFill>
            <a:blip r:embed="rId26" cstate="print"/>
            <a:stretch>
              <a:fillRect/>
            </a:stretch>
          </p:blipFill>
          <p:spPr>
            <a:xfrm>
              <a:off x="2943224" y="5815953"/>
              <a:ext cx="114299" cy="38099"/>
            </a:xfrm>
            <a:prstGeom prst="rect">
              <a:avLst/>
            </a:prstGeom>
          </p:spPr>
        </p:pic>
        <p:pic>
          <p:nvPicPr>
            <p:cNvPr id="34" name="object 34"/>
            <p:cNvPicPr/>
            <p:nvPr/>
          </p:nvPicPr>
          <p:blipFill>
            <a:blip r:embed="rId27" cstate="print"/>
            <a:stretch>
              <a:fillRect/>
            </a:stretch>
          </p:blipFill>
          <p:spPr>
            <a:xfrm>
              <a:off x="3095624" y="5815953"/>
              <a:ext cx="114299" cy="38099"/>
            </a:xfrm>
            <a:prstGeom prst="rect">
              <a:avLst/>
            </a:prstGeom>
          </p:spPr>
        </p:pic>
        <p:pic>
          <p:nvPicPr>
            <p:cNvPr id="35" name="object 35"/>
            <p:cNvPicPr/>
            <p:nvPr/>
          </p:nvPicPr>
          <p:blipFill>
            <a:blip r:embed="rId28" cstate="print"/>
            <a:stretch>
              <a:fillRect/>
            </a:stretch>
          </p:blipFill>
          <p:spPr>
            <a:xfrm>
              <a:off x="3248024" y="5815953"/>
              <a:ext cx="114299" cy="38099"/>
            </a:xfrm>
            <a:prstGeom prst="rect">
              <a:avLst/>
            </a:prstGeom>
          </p:spPr>
        </p:pic>
        <p:pic>
          <p:nvPicPr>
            <p:cNvPr id="36" name="object 36"/>
            <p:cNvPicPr/>
            <p:nvPr/>
          </p:nvPicPr>
          <p:blipFill>
            <a:blip r:embed="rId29" cstate="print"/>
            <a:stretch>
              <a:fillRect/>
            </a:stretch>
          </p:blipFill>
          <p:spPr>
            <a:xfrm>
              <a:off x="3400424" y="5815953"/>
              <a:ext cx="114299" cy="38099"/>
            </a:xfrm>
            <a:prstGeom prst="rect">
              <a:avLst/>
            </a:prstGeom>
          </p:spPr>
        </p:pic>
        <p:pic>
          <p:nvPicPr>
            <p:cNvPr id="37" name="object 37"/>
            <p:cNvPicPr/>
            <p:nvPr/>
          </p:nvPicPr>
          <p:blipFill>
            <a:blip r:embed="rId30" cstate="print"/>
            <a:stretch>
              <a:fillRect/>
            </a:stretch>
          </p:blipFill>
          <p:spPr>
            <a:xfrm>
              <a:off x="3705224" y="5815953"/>
              <a:ext cx="114299" cy="38099"/>
            </a:xfrm>
            <a:prstGeom prst="rect">
              <a:avLst/>
            </a:prstGeom>
          </p:spPr>
        </p:pic>
        <p:pic>
          <p:nvPicPr>
            <p:cNvPr id="38" name="object 38"/>
            <p:cNvPicPr/>
            <p:nvPr/>
          </p:nvPicPr>
          <p:blipFill>
            <a:blip r:embed="rId31" cstate="print"/>
            <a:stretch>
              <a:fillRect/>
            </a:stretch>
          </p:blipFill>
          <p:spPr>
            <a:xfrm>
              <a:off x="3552824" y="5815953"/>
              <a:ext cx="114299" cy="38099"/>
            </a:xfrm>
            <a:prstGeom prst="rect">
              <a:avLst/>
            </a:prstGeom>
          </p:spPr>
        </p:pic>
        <p:pic>
          <p:nvPicPr>
            <p:cNvPr id="39" name="object 39"/>
            <p:cNvPicPr/>
            <p:nvPr/>
          </p:nvPicPr>
          <p:blipFill>
            <a:blip r:embed="rId32" cstate="print"/>
            <a:stretch>
              <a:fillRect/>
            </a:stretch>
          </p:blipFill>
          <p:spPr>
            <a:xfrm>
              <a:off x="3857624" y="5815953"/>
              <a:ext cx="114299" cy="38099"/>
            </a:xfrm>
            <a:prstGeom prst="rect">
              <a:avLst/>
            </a:prstGeom>
          </p:spPr>
        </p:pic>
        <p:pic>
          <p:nvPicPr>
            <p:cNvPr id="40" name="object 40"/>
            <p:cNvPicPr/>
            <p:nvPr/>
          </p:nvPicPr>
          <p:blipFill>
            <a:blip r:embed="rId33" cstate="print"/>
            <a:stretch>
              <a:fillRect/>
            </a:stretch>
          </p:blipFill>
          <p:spPr>
            <a:xfrm>
              <a:off x="4010024" y="5815953"/>
              <a:ext cx="114299" cy="38099"/>
            </a:xfrm>
            <a:prstGeom prst="rect">
              <a:avLst/>
            </a:prstGeom>
          </p:spPr>
        </p:pic>
        <p:pic>
          <p:nvPicPr>
            <p:cNvPr id="41" name="object 41"/>
            <p:cNvPicPr/>
            <p:nvPr/>
          </p:nvPicPr>
          <p:blipFill>
            <a:blip r:embed="rId34" cstate="print"/>
            <a:stretch>
              <a:fillRect/>
            </a:stretch>
          </p:blipFill>
          <p:spPr>
            <a:xfrm>
              <a:off x="4162424" y="5815953"/>
              <a:ext cx="114299" cy="38099"/>
            </a:xfrm>
            <a:prstGeom prst="rect">
              <a:avLst/>
            </a:prstGeom>
          </p:spPr>
        </p:pic>
        <p:pic>
          <p:nvPicPr>
            <p:cNvPr id="42" name="object 42"/>
            <p:cNvPicPr/>
            <p:nvPr/>
          </p:nvPicPr>
          <p:blipFill>
            <a:blip r:embed="rId35" cstate="print"/>
            <a:stretch>
              <a:fillRect/>
            </a:stretch>
          </p:blipFill>
          <p:spPr>
            <a:xfrm>
              <a:off x="4314824" y="5815953"/>
              <a:ext cx="114299" cy="38099"/>
            </a:xfrm>
            <a:prstGeom prst="rect">
              <a:avLst/>
            </a:prstGeom>
          </p:spPr>
        </p:pic>
        <p:pic>
          <p:nvPicPr>
            <p:cNvPr id="43" name="object 43"/>
            <p:cNvPicPr/>
            <p:nvPr/>
          </p:nvPicPr>
          <p:blipFill>
            <a:blip r:embed="rId36" cstate="print"/>
            <a:stretch>
              <a:fillRect/>
            </a:stretch>
          </p:blipFill>
          <p:spPr>
            <a:xfrm>
              <a:off x="4467224" y="5815953"/>
              <a:ext cx="114299" cy="38099"/>
            </a:xfrm>
            <a:prstGeom prst="rect">
              <a:avLst/>
            </a:prstGeom>
          </p:spPr>
        </p:pic>
        <p:pic>
          <p:nvPicPr>
            <p:cNvPr id="44" name="object 44"/>
            <p:cNvPicPr/>
            <p:nvPr/>
          </p:nvPicPr>
          <p:blipFill>
            <a:blip r:embed="rId37" cstate="print"/>
            <a:stretch>
              <a:fillRect/>
            </a:stretch>
          </p:blipFill>
          <p:spPr>
            <a:xfrm>
              <a:off x="4619624" y="5815953"/>
              <a:ext cx="114299" cy="38099"/>
            </a:xfrm>
            <a:prstGeom prst="rect">
              <a:avLst/>
            </a:prstGeom>
          </p:spPr>
        </p:pic>
        <p:pic>
          <p:nvPicPr>
            <p:cNvPr id="45" name="object 45"/>
            <p:cNvPicPr/>
            <p:nvPr/>
          </p:nvPicPr>
          <p:blipFill>
            <a:blip r:embed="rId38" cstate="print"/>
            <a:stretch>
              <a:fillRect/>
            </a:stretch>
          </p:blipFill>
          <p:spPr>
            <a:xfrm>
              <a:off x="4772024" y="5815953"/>
              <a:ext cx="114299" cy="38099"/>
            </a:xfrm>
            <a:prstGeom prst="rect">
              <a:avLst/>
            </a:prstGeom>
          </p:spPr>
        </p:pic>
        <p:pic>
          <p:nvPicPr>
            <p:cNvPr id="46" name="object 46"/>
            <p:cNvPicPr/>
            <p:nvPr/>
          </p:nvPicPr>
          <p:blipFill>
            <a:blip r:embed="rId39" cstate="print"/>
            <a:stretch>
              <a:fillRect/>
            </a:stretch>
          </p:blipFill>
          <p:spPr>
            <a:xfrm>
              <a:off x="5076824" y="5815953"/>
              <a:ext cx="114299" cy="38099"/>
            </a:xfrm>
            <a:prstGeom prst="rect">
              <a:avLst/>
            </a:prstGeom>
          </p:spPr>
        </p:pic>
        <p:pic>
          <p:nvPicPr>
            <p:cNvPr id="47" name="object 47"/>
            <p:cNvPicPr/>
            <p:nvPr/>
          </p:nvPicPr>
          <p:blipFill>
            <a:blip r:embed="rId40" cstate="print"/>
            <a:stretch>
              <a:fillRect/>
            </a:stretch>
          </p:blipFill>
          <p:spPr>
            <a:xfrm>
              <a:off x="4924424" y="5815953"/>
              <a:ext cx="114299" cy="38099"/>
            </a:xfrm>
            <a:prstGeom prst="rect">
              <a:avLst/>
            </a:prstGeom>
          </p:spPr>
        </p:pic>
        <p:pic>
          <p:nvPicPr>
            <p:cNvPr id="48" name="object 48"/>
            <p:cNvPicPr/>
            <p:nvPr/>
          </p:nvPicPr>
          <p:blipFill>
            <a:blip r:embed="rId41" cstate="print"/>
            <a:stretch>
              <a:fillRect/>
            </a:stretch>
          </p:blipFill>
          <p:spPr>
            <a:xfrm>
              <a:off x="5229224" y="5815953"/>
              <a:ext cx="114299" cy="38099"/>
            </a:xfrm>
            <a:prstGeom prst="rect">
              <a:avLst/>
            </a:prstGeom>
          </p:spPr>
        </p:pic>
        <p:pic>
          <p:nvPicPr>
            <p:cNvPr id="49" name="object 49"/>
            <p:cNvPicPr/>
            <p:nvPr/>
          </p:nvPicPr>
          <p:blipFill>
            <a:blip r:embed="rId42" cstate="print"/>
            <a:stretch>
              <a:fillRect/>
            </a:stretch>
          </p:blipFill>
          <p:spPr>
            <a:xfrm>
              <a:off x="5381624" y="5815953"/>
              <a:ext cx="114299" cy="38099"/>
            </a:xfrm>
            <a:prstGeom prst="rect">
              <a:avLst/>
            </a:prstGeom>
          </p:spPr>
        </p:pic>
        <p:pic>
          <p:nvPicPr>
            <p:cNvPr id="50" name="object 50"/>
            <p:cNvPicPr/>
            <p:nvPr/>
          </p:nvPicPr>
          <p:blipFill>
            <a:blip r:embed="rId43" cstate="print"/>
            <a:stretch>
              <a:fillRect/>
            </a:stretch>
          </p:blipFill>
          <p:spPr>
            <a:xfrm>
              <a:off x="5534024" y="5815953"/>
              <a:ext cx="114299" cy="38099"/>
            </a:xfrm>
            <a:prstGeom prst="rect">
              <a:avLst/>
            </a:prstGeom>
          </p:spPr>
        </p:pic>
        <p:pic>
          <p:nvPicPr>
            <p:cNvPr id="51" name="object 51"/>
            <p:cNvPicPr/>
            <p:nvPr/>
          </p:nvPicPr>
          <p:blipFill>
            <a:blip r:embed="rId44" cstate="print"/>
            <a:stretch>
              <a:fillRect/>
            </a:stretch>
          </p:blipFill>
          <p:spPr>
            <a:xfrm>
              <a:off x="5686424" y="5815953"/>
              <a:ext cx="114299" cy="38099"/>
            </a:xfrm>
            <a:prstGeom prst="rect">
              <a:avLst/>
            </a:prstGeom>
          </p:spPr>
        </p:pic>
        <p:pic>
          <p:nvPicPr>
            <p:cNvPr id="52" name="object 52"/>
            <p:cNvPicPr/>
            <p:nvPr/>
          </p:nvPicPr>
          <p:blipFill>
            <a:blip r:embed="rId45" cstate="print"/>
            <a:stretch>
              <a:fillRect/>
            </a:stretch>
          </p:blipFill>
          <p:spPr>
            <a:xfrm>
              <a:off x="5838824" y="5815953"/>
              <a:ext cx="114299" cy="38099"/>
            </a:xfrm>
            <a:prstGeom prst="rect">
              <a:avLst/>
            </a:prstGeom>
          </p:spPr>
        </p:pic>
        <p:pic>
          <p:nvPicPr>
            <p:cNvPr id="53" name="object 53"/>
            <p:cNvPicPr/>
            <p:nvPr/>
          </p:nvPicPr>
          <p:blipFill>
            <a:blip r:embed="rId46" cstate="print"/>
            <a:stretch>
              <a:fillRect/>
            </a:stretch>
          </p:blipFill>
          <p:spPr>
            <a:xfrm>
              <a:off x="5991224" y="5815953"/>
              <a:ext cx="114299" cy="38099"/>
            </a:xfrm>
            <a:prstGeom prst="rect">
              <a:avLst/>
            </a:prstGeom>
          </p:spPr>
        </p:pic>
        <p:pic>
          <p:nvPicPr>
            <p:cNvPr id="54" name="object 54"/>
            <p:cNvPicPr/>
            <p:nvPr/>
          </p:nvPicPr>
          <p:blipFill>
            <a:blip r:embed="rId47" cstate="print"/>
            <a:stretch>
              <a:fillRect/>
            </a:stretch>
          </p:blipFill>
          <p:spPr>
            <a:xfrm>
              <a:off x="6143624" y="5815953"/>
              <a:ext cx="114299" cy="38099"/>
            </a:xfrm>
            <a:prstGeom prst="rect">
              <a:avLst/>
            </a:prstGeom>
          </p:spPr>
        </p:pic>
        <p:pic>
          <p:nvPicPr>
            <p:cNvPr id="55" name="object 55"/>
            <p:cNvPicPr/>
            <p:nvPr/>
          </p:nvPicPr>
          <p:blipFill>
            <a:blip r:embed="rId48" cstate="print"/>
            <a:stretch>
              <a:fillRect/>
            </a:stretch>
          </p:blipFill>
          <p:spPr>
            <a:xfrm>
              <a:off x="6296024" y="5815953"/>
              <a:ext cx="114299" cy="38099"/>
            </a:xfrm>
            <a:prstGeom prst="rect">
              <a:avLst/>
            </a:prstGeom>
          </p:spPr>
        </p:pic>
        <p:pic>
          <p:nvPicPr>
            <p:cNvPr id="56" name="object 56"/>
            <p:cNvPicPr/>
            <p:nvPr/>
          </p:nvPicPr>
          <p:blipFill>
            <a:blip r:embed="rId49" cstate="print"/>
            <a:stretch>
              <a:fillRect/>
            </a:stretch>
          </p:blipFill>
          <p:spPr>
            <a:xfrm>
              <a:off x="6448424" y="5815953"/>
              <a:ext cx="114299" cy="38099"/>
            </a:xfrm>
            <a:prstGeom prst="rect">
              <a:avLst/>
            </a:prstGeom>
          </p:spPr>
        </p:pic>
        <p:pic>
          <p:nvPicPr>
            <p:cNvPr id="57" name="object 57"/>
            <p:cNvPicPr/>
            <p:nvPr/>
          </p:nvPicPr>
          <p:blipFill>
            <a:blip r:embed="rId50" cstate="print"/>
            <a:stretch>
              <a:fillRect/>
            </a:stretch>
          </p:blipFill>
          <p:spPr>
            <a:xfrm>
              <a:off x="6600824" y="5815953"/>
              <a:ext cx="114299" cy="38099"/>
            </a:xfrm>
            <a:prstGeom prst="rect">
              <a:avLst/>
            </a:prstGeom>
          </p:spPr>
        </p:pic>
        <p:pic>
          <p:nvPicPr>
            <p:cNvPr id="58" name="object 58"/>
            <p:cNvPicPr/>
            <p:nvPr/>
          </p:nvPicPr>
          <p:blipFill>
            <a:blip r:embed="rId51" cstate="print"/>
            <a:stretch>
              <a:fillRect/>
            </a:stretch>
          </p:blipFill>
          <p:spPr>
            <a:xfrm>
              <a:off x="6753224" y="5815953"/>
              <a:ext cx="114299" cy="38099"/>
            </a:xfrm>
            <a:prstGeom prst="rect">
              <a:avLst/>
            </a:prstGeom>
          </p:spPr>
        </p:pic>
        <p:pic>
          <p:nvPicPr>
            <p:cNvPr id="59" name="object 59"/>
            <p:cNvPicPr/>
            <p:nvPr/>
          </p:nvPicPr>
          <p:blipFill>
            <a:blip r:embed="rId52" cstate="print"/>
            <a:stretch>
              <a:fillRect/>
            </a:stretch>
          </p:blipFill>
          <p:spPr>
            <a:xfrm>
              <a:off x="6905624" y="5815953"/>
              <a:ext cx="114299" cy="38099"/>
            </a:xfrm>
            <a:prstGeom prst="rect">
              <a:avLst/>
            </a:prstGeom>
          </p:spPr>
        </p:pic>
        <p:pic>
          <p:nvPicPr>
            <p:cNvPr id="60" name="object 60"/>
            <p:cNvPicPr/>
            <p:nvPr/>
          </p:nvPicPr>
          <p:blipFill>
            <a:blip r:embed="rId53" cstate="print"/>
            <a:stretch>
              <a:fillRect/>
            </a:stretch>
          </p:blipFill>
          <p:spPr>
            <a:xfrm>
              <a:off x="7058024" y="5815953"/>
              <a:ext cx="114299" cy="38099"/>
            </a:xfrm>
            <a:prstGeom prst="rect">
              <a:avLst/>
            </a:prstGeom>
          </p:spPr>
        </p:pic>
        <p:pic>
          <p:nvPicPr>
            <p:cNvPr id="61" name="object 61"/>
            <p:cNvPicPr/>
            <p:nvPr/>
          </p:nvPicPr>
          <p:blipFill>
            <a:blip r:embed="rId54" cstate="print"/>
            <a:stretch>
              <a:fillRect/>
            </a:stretch>
          </p:blipFill>
          <p:spPr>
            <a:xfrm>
              <a:off x="7210424" y="5815953"/>
              <a:ext cx="114299" cy="38099"/>
            </a:xfrm>
            <a:prstGeom prst="rect">
              <a:avLst/>
            </a:prstGeom>
          </p:spPr>
        </p:pic>
        <p:pic>
          <p:nvPicPr>
            <p:cNvPr id="62" name="object 62"/>
            <p:cNvPicPr/>
            <p:nvPr/>
          </p:nvPicPr>
          <p:blipFill>
            <a:blip r:embed="rId55" cstate="print"/>
            <a:stretch>
              <a:fillRect/>
            </a:stretch>
          </p:blipFill>
          <p:spPr>
            <a:xfrm>
              <a:off x="7362824" y="5815953"/>
              <a:ext cx="114299" cy="38099"/>
            </a:xfrm>
            <a:prstGeom prst="rect">
              <a:avLst/>
            </a:prstGeom>
          </p:spPr>
        </p:pic>
        <p:pic>
          <p:nvPicPr>
            <p:cNvPr id="63" name="object 63"/>
            <p:cNvPicPr/>
            <p:nvPr/>
          </p:nvPicPr>
          <p:blipFill>
            <a:blip r:embed="rId56" cstate="print"/>
            <a:stretch>
              <a:fillRect/>
            </a:stretch>
          </p:blipFill>
          <p:spPr>
            <a:xfrm>
              <a:off x="7515224" y="5815953"/>
              <a:ext cx="114299" cy="38099"/>
            </a:xfrm>
            <a:prstGeom prst="rect">
              <a:avLst/>
            </a:prstGeom>
          </p:spPr>
        </p:pic>
        <p:pic>
          <p:nvPicPr>
            <p:cNvPr id="64" name="object 64"/>
            <p:cNvPicPr/>
            <p:nvPr/>
          </p:nvPicPr>
          <p:blipFill>
            <a:blip r:embed="rId57" cstate="print"/>
            <a:stretch>
              <a:fillRect/>
            </a:stretch>
          </p:blipFill>
          <p:spPr>
            <a:xfrm>
              <a:off x="7667624" y="5815953"/>
              <a:ext cx="114299" cy="38099"/>
            </a:xfrm>
            <a:prstGeom prst="rect">
              <a:avLst/>
            </a:prstGeom>
          </p:spPr>
        </p:pic>
        <p:pic>
          <p:nvPicPr>
            <p:cNvPr id="65" name="object 65"/>
            <p:cNvPicPr/>
            <p:nvPr/>
          </p:nvPicPr>
          <p:blipFill>
            <a:blip r:embed="rId58" cstate="print"/>
            <a:stretch>
              <a:fillRect/>
            </a:stretch>
          </p:blipFill>
          <p:spPr>
            <a:xfrm>
              <a:off x="7820024" y="5815953"/>
              <a:ext cx="114299" cy="38099"/>
            </a:xfrm>
            <a:prstGeom prst="rect">
              <a:avLst/>
            </a:prstGeom>
          </p:spPr>
        </p:pic>
        <p:pic>
          <p:nvPicPr>
            <p:cNvPr id="66" name="object 66"/>
            <p:cNvPicPr/>
            <p:nvPr/>
          </p:nvPicPr>
          <p:blipFill>
            <a:blip r:embed="rId59" cstate="print"/>
            <a:stretch>
              <a:fillRect/>
            </a:stretch>
          </p:blipFill>
          <p:spPr>
            <a:xfrm>
              <a:off x="7972424" y="5815953"/>
              <a:ext cx="114299" cy="38099"/>
            </a:xfrm>
            <a:prstGeom prst="rect">
              <a:avLst/>
            </a:prstGeom>
          </p:spPr>
        </p:pic>
        <p:pic>
          <p:nvPicPr>
            <p:cNvPr id="67" name="object 67"/>
            <p:cNvPicPr/>
            <p:nvPr/>
          </p:nvPicPr>
          <p:blipFill>
            <a:blip r:embed="rId60" cstate="print"/>
            <a:stretch>
              <a:fillRect/>
            </a:stretch>
          </p:blipFill>
          <p:spPr>
            <a:xfrm>
              <a:off x="8124824" y="5815953"/>
              <a:ext cx="114299" cy="38099"/>
            </a:xfrm>
            <a:prstGeom prst="rect">
              <a:avLst/>
            </a:prstGeom>
          </p:spPr>
        </p:pic>
        <p:pic>
          <p:nvPicPr>
            <p:cNvPr id="68" name="object 68"/>
            <p:cNvPicPr/>
            <p:nvPr/>
          </p:nvPicPr>
          <p:blipFill>
            <a:blip r:embed="rId61" cstate="print"/>
            <a:stretch>
              <a:fillRect/>
            </a:stretch>
          </p:blipFill>
          <p:spPr>
            <a:xfrm>
              <a:off x="8277224" y="5815953"/>
              <a:ext cx="114299" cy="38099"/>
            </a:xfrm>
            <a:prstGeom prst="rect">
              <a:avLst/>
            </a:prstGeom>
          </p:spPr>
        </p:pic>
        <p:pic>
          <p:nvPicPr>
            <p:cNvPr id="69" name="object 69"/>
            <p:cNvPicPr/>
            <p:nvPr/>
          </p:nvPicPr>
          <p:blipFill>
            <a:blip r:embed="rId62" cstate="print"/>
            <a:stretch>
              <a:fillRect/>
            </a:stretch>
          </p:blipFill>
          <p:spPr>
            <a:xfrm>
              <a:off x="8429624" y="5815953"/>
              <a:ext cx="114299" cy="38099"/>
            </a:xfrm>
            <a:prstGeom prst="rect">
              <a:avLst/>
            </a:prstGeom>
          </p:spPr>
        </p:pic>
        <p:pic>
          <p:nvPicPr>
            <p:cNvPr id="70" name="object 70"/>
            <p:cNvPicPr/>
            <p:nvPr/>
          </p:nvPicPr>
          <p:blipFill>
            <a:blip r:embed="rId63" cstate="print"/>
            <a:stretch>
              <a:fillRect/>
            </a:stretch>
          </p:blipFill>
          <p:spPr>
            <a:xfrm>
              <a:off x="8582024" y="5815953"/>
              <a:ext cx="114299" cy="38099"/>
            </a:xfrm>
            <a:prstGeom prst="rect">
              <a:avLst/>
            </a:prstGeom>
          </p:spPr>
        </p:pic>
        <p:pic>
          <p:nvPicPr>
            <p:cNvPr id="71" name="object 71"/>
            <p:cNvPicPr/>
            <p:nvPr/>
          </p:nvPicPr>
          <p:blipFill>
            <a:blip r:embed="rId64" cstate="print"/>
            <a:stretch>
              <a:fillRect/>
            </a:stretch>
          </p:blipFill>
          <p:spPr>
            <a:xfrm>
              <a:off x="8734424" y="5815953"/>
              <a:ext cx="114299" cy="38099"/>
            </a:xfrm>
            <a:prstGeom prst="rect">
              <a:avLst/>
            </a:prstGeom>
          </p:spPr>
        </p:pic>
        <p:pic>
          <p:nvPicPr>
            <p:cNvPr id="72" name="object 72"/>
            <p:cNvPicPr/>
            <p:nvPr/>
          </p:nvPicPr>
          <p:blipFill>
            <a:blip r:embed="rId65" cstate="print"/>
            <a:stretch>
              <a:fillRect/>
            </a:stretch>
          </p:blipFill>
          <p:spPr>
            <a:xfrm>
              <a:off x="8886824" y="5815953"/>
              <a:ext cx="114299" cy="38099"/>
            </a:xfrm>
            <a:prstGeom prst="rect">
              <a:avLst/>
            </a:prstGeom>
          </p:spPr>
        </p:pic>
        <p:pic>
          <p:nvPicPr>
            <p:cNvPr id="73" name="object 73"/>
            <p:cNvPicPr/>
            <p:nvPr/>
          </p:nvPicPr>
          <p:blipFill>
            <a:blip r:embed="rId66" cstate="print"/>
            <a:stretch>
              <a:fillRect/>
            </a:stretch>
          </p:blipFill>
          <p:spPr>
            <a:xfrm>
              <a:off x="9039224" y="5815953"/>
              <a:ext cx="114299" cy="38099"/>
            </a:xfrm>
            <a:prstGeom prst="rect">
              <a:avLst/>
            </a:prstGeom>
          </p:spPr>
        </p:pic>
        <p:pic>
          <p:nvPicPr>
            <p:cNvPr id="74" name="object 74"/>
            <p:cNvPicPr/>
            <p:nvPr/>
          </p:nvPicPr>
          <p:blipFill>
            <a:blip r:embed="rId67" cstate="print"/>
            <a:stretch>
              <a:fillRect/>
            </a:stretch>
          </p:blipFill>
          <p:spPr>
            <a:xfrm>
              <a:off x="9191624" y="5815953"/>
              <a:ext cx="114299" cy="38099"/>
            </a:xfrm>
            <a:prstGeom prst="rect">
              <a:avLst/>
            </a:prstGeom>
          </p:spPr>
        </p:pic>
        <p:pic>
          <p:nvPicPr>
            <p:cNvPr id="75" name="object 75"/>
            <p:cNvPicPr/>
            <p:nvPr/>
          </p:nvPicPr>
          <p:blipFill>
            <a:blip r:embed="rId68" cstate="print"/>
            <a:stretch>
              <a:fillRect/>
            </a:stretch>
          </p:blipFill>
          <p:spPr>
            <a:xfrm>
              <a:off x="9344024" y="5815953"/>
              <a:ext cx="114299" cy="38099"/>
            </a:xfrm>
            <a:prstGeom prst="rect">
              <a:avLst/>
            </a:prstGeom>
          </p:spPr>
        </p:pic>
        <p:pic>
          <p:nvPicPr>
            <p:cNvPr id="76" name="object 76"/>
            <p:cNvPicPr/>
            <p:nvPr/>
          </p:nvPicPr>
          <p:blipFill>
            <a:blip r:embed="rId69" cstate="print"/>
            <a:stretch>
              <a:fillRect/>
            </a:stretch>
          </p:blipFill>
          <p:spPr>
            <a:xfrm>
              <a:off x="9496424" y="5815953"/>
              <a:ext cx="114299" cy="38099"/>
            </a:xfrm>
            <a:prstGeom prst="rect">
              <a:avLst/>
            </a:prstGeom>
          </p:spPr>
        </p:pic>
        <p:pic>
          <p:nvPicPr>
            <p:cNvPr id="77" name="object 77"/>
            <p:cNvPicPr/>
            <p:nvPr/>
          </p:nvPicPr>
          <p:blipFill>
            <a:blip r:embed="rId70" cstate="print"/>
            <a:stretch>
              <a:fillRect/>
            </a:stretch>
          </p:blipFill>
          <p:spPr>
            <a:xfrm>
              <a:off x="9648824" y="5815953"/>
              <a:ext cx="114299" cy="38099"/>
            </a:xfrm>
            <a:prstGeom prst="rect">
              <a:avLst/>
            </a:prstGeom>
          </p:spPr>
        </p:pic>
        <p:pic>
          <p:nvPicPr>
            <p:cNvPr id="78" name="object 78"/>
            <p:cNvPicPr/>
            <p:nvPr/>
          </p:nvPicPr>
          <p:blipFill>
            <a:blip r:embed="rId71" cstate="print"/>
            <a:stretch>
              <a:fillRect/>
            </a:stretch>
          </p:blipFill>
          <p:spPr>
            <a:xfrm>
              <a:off x="9801223" y="5815953"/>
              <a:ext cx="114299" cy="38099"/>
            </a:xfrm>
            <a:prstGeom prst="rect">
              <a:avLst/>
            </a:prstGeom>
          </p:spPr>
        </p:pic>
        <p:pic>
          <p:nvPicPr>
            <p:cNvPr id="79" name="object 79"/>
            <p:cNvPicPr/>
            <p:nvPr/>
          </p:nvPicPr>
          <p:blipFill>
            <a:blip r:embed="rId72" cstate="print"/>
            <a:stretch>
              <a:fillRect/>
            </a:stretch>
          </p:blipFill>
          <p:spPr>
            <a:xfrm>
              <a:off x="9953623" y="5815953"/>
              <a:ext cx="114299" cy="38099"/>
            </a:xfrm>
            <a:prstGeom prst="rect">
              <a:avLst/>
            </a:prstGeom>
          </p:spPr>
        </p:pic>
        <p:pic>
          <p:nvPicPr>
            <p:cNvPr id="80" name="object 80"/>
            <p:cNvPicPr/>
            <p:nvPr/>
          </p:nvPicPr>
          <p:blipFill>
            <a:blip r:embed="rId73" cstate="print"/>
            <a:stretch>
              <a:fillRect/>
            </a:stretch>
          </p:blipFill>
          <p:spPr>
            <a:xfrm>
              <a:off x="10106023" y="5815953"/>
              <a:ext cx="114299" cy="38099"/>
            </a:xfrm>
            <a:prstGeom prst="rect">
              <a:avLst/>
            </a:prstGeom>
          </p:spPr>
        </p:pic>
        <p:pic>
          <p:nvPicPr>
            <p:cNvPr id="81" name="object 81"/>
            <p:cNvPicPr/>
            <p:nvPr/>
          </p:nvPicPr>
          <p:blipFill>
            <a:blip r:embed="rId74" cstate="print"/>
            <a:stretch>
              <a:fillRect/>
            </a:stretch>
          </p:blipFill>
          <p:spPr>
            <a:xfrm>
              <a:off x="10258423" y="5815953"/>
              <a:ext cx="114299" cy="38099"/>
            </a:xfrm>
            <a:prstGeom prst="rect">
              <a:avLst/>
            </a:prstGeom>
          </p:spPr>
        </p:pic>
        <p:pic>
          <p:nvPicPr>
            <p:cNvPr id="82" name="object 82"/>
            <p:cNvPicPr/>
            <p:nvPr/>
          </p:nvPicPr>
          <p:blipFill>
            <a:blip r:embed="rId75" cstate="print"/>
            <a:stretch>
              <a:fillRect/>
            </a:stretch>
          </p:blipFill>
          <p:spPr>
            <a:xfrm>
              <a:off x="10410823" y="5815953"/>
              <a:ext cx="114299" cy="38099"/>
            </a:xfrm>
            <a:prstGeom prst="rect">
              <a:avLst/>
            </a:prstGeom>
          </p:spPr>
        </p:pic>
        <p:pic>
          <p:nvPicPr>
            <p:cNvPr id="83" name="object 83"/>
            <p:cNvPicPr/>
            <p:nvPr/>
          </p:nvPicPr>
          <p:blipFill>
            <a:blip r:embed="rId76" cstate="print"/>
            <a:stretch>
              <a:fillRect/>
            </a:stretch>
          </p:blipFill>
          <p:spPr>
            <a:xfrm>
              <a:off x="10563223" y="5815953"/>
              <a:ext cx="114299" cy="38099"/>
            </a:xfrm>
            <a:prstGeom prst="rect">
              <a:avLst/>
            </a:prstGeom>
          </p:spPr>
        </p:pic>
        <p:pic>
          <p:nvPicPr>
            <p:cNvPr id="84" name="object 84"/>
            <p:cNvPicPr/>
            <p:nvPr/>
          </p:nvPicPr>
          <p:blipFill>
            <a:blip r:embed="rId77" cstate="print"/>
            <a:stretch>
              <a:fillRect/>
            </a:stretch>
          </p:blipFill>
          <p:spPr>
            <a:xfrm>
              <a:off x="10715623" y="5815953"/>
              <a:ext cx="114299" cy="38099"/>
            </a:xfrm>
            <a:prstGeom prst="rect">
              <a:avLst/>
            </a:prstGeom>
          </p:spPr>
        </p:pic>
        <p:pic>
          <p:nvPicPr>
            <p:cNvPr id="85" name="object 85"/>
            <p:cNvPicPr/>
            <p:nvPr/>
          </p:nvPicPr>
          <p:blipFill>
            <a:blip r:embed="rId78" cstate="print"/>
            <a:stretch>
              <a:fillRect/>
            </a:stretch>
          </p:blipFill>
          <p:spPr>
            <a:xfrm>
              <a:off x="10868023" y="5815953"/>
              <a:ext cx="114299" cy="38099"/>
            </a:xfrm>
            <a:prstGeom prst="rect">
              <a:avLst/>
            </a:prstGeom>
          </p:spPr>
        </p:pic>
        <p:pic>
          <p:nvPicPr>
            <p:cNvPr id="86" name="object 86"/>
            <p:cNvPicPr/>
            <p:nvPr/>
          </p:nvPicPr>
          <p:blipFill>
            <a:blip r:embed="rId79" cstate="print"/>
            <a:stretch>
              <a:fillRect/>
            </a:stretch>
          </p:blipFill>
          <p:spPr>
            <a:xfrm>
              <a:off x="11020423" y="5815953"/>
              <a:ext cx="114299" cy="38099"/>
            </a:xfrm>
            <a:prstGeom prst="rect">
              <a:avLst/>
            </a:prstGeom>
          </p:spPr>
        </p:pic>
        <p:pic>
          <p:nvPicPr>
            <p:cNvPr id="87" name="object 87"/>
            <p:cNvPicPr/>
            <p:nvPr/>
          </p:nvPicPr>
          <p:blipFill>
            <a:blip r:embed="rId80" cstate="print"/>
            <a:stretch>
              <a:fillRect/>
            </a:stretch>
          </p:blipFill>
          <p:spPr>
            <a:xfrm>
              <a:off x="11172823" y="5815953"/>
              <a:ext cx="114299" cy="38099"/>
            </a:xfrm>
            <a:prstGeom prst="rect">
              <a:avLst/>
            </a:prstGeom>
          </p:spPr>
        </p:pic>
        <p:pic>
          <p:nvPicPr>
            <p:cNvPr id="88" name="object 88"/>
            <p:cNvPicPr/>
            <p:nvPr/>
          </p:nvPicPr>
          <p:blipFill>
            <a:blip r:embed="rId81" cstate="print"/>
            <a:stretch>
              <a:fillRect/>
            </a:stretch>
          </p:blipFill>
          <p:spPr>
            <a:xfrm>
              <a:off x="11325223" y="5815953"/>
              <a:ext cx="114299" cy="38099"/>
            </a:xfrm>
            <a:prstGeom prst="rect">
              <a:avLst/>
            </a:prstGeom>
          </p:spPr>
        </p:pic>
        <p:pic>
          <p:nvPicPr>
            <p:cNvPr id="89" name="object 89"/>
            <p:cNvPicPr/>
            <p:nvPr/>
          </p:nvPicPr>
          <p:blipFill>
            <a:blip r:embed="rId82" cstate="print"/>
            <a:stretch>
              <a:fillRect/>
            </a:stretch>
          </p:blipFill>
          <p:spPr>
            <a:xfrm>
              <a:off x="11477623" y="5815953"/>
              <a:ext cx="114299" cy="38099"/>
            </a:xfrm>
            <a:prstGeom prst="rect">
              <a:avLst/>
            </a:prstGeom>
          </p:spPr>
        </p:pic>
        <p:pic>
          <p:nvPicPr>
            <p:cNvPr id="90" name="object 90"/>
            <p:cNvPicPr/>
            <p:nvPr/>
          </p:nvPicPr>
          <p:blipFill>
            <a:blip r:embed="rId83" cstate="print"/>
            <a:stretch>
              <a:fillRect/>
            </a:stretch>
          </p:blipFill>
          <p:spPr>
            <a:xfrm>
              <a:off x="11630023" y="5815953"/>
              <a:ext cx="114299" cy="38099"/>
            </a:xfrm>
            <a:prstGeom prst="rect">
              <a:avLst/>
            </a:prstGeom>
          </p:spPr>
        </p:pic>
        <p:pic>
          <p:nvPicPr>
            <p:cNvPr id="91" name="object 91"/>
            <p:cNvPicPr/>
            <p:nvPr/>
          </p:nvPicPr>
          <p:blipFill>
            <a:blip r:embed="rId84" cstate="print"/>
            <a:stretch>
              <a:fillRect/>
            </a:stretch>
          </p:blipFill>
          <p:spPr>
            <a:xfrm>
              <a:off x="11782423" y="5815953"/>
              <a:ext cx="114299" cy="38099"/>
            </a:xfrm>
            <a:prstGeom prst="rect">
              <a:avLst/>
            </a:prstGeom>
          </p:spPr>
        </p:pic>
        <p:pic>
          <p:nvPicPr>
            <p:cNvPr id="92" name="object 92"/>
            <p:cNvPicPr/>
            <p:nvPr/>
          </p:nvPicPr>
          <p:blipFill>
            <a:blip r:embed="rId85" cstate="print"/>
            <a:stretch>
              <a:fillRect/>
            </a:stretch>
          </p:blipFill>
          <p:spPr>
            <a:xfrm>
              <a:off x="12087223" y="5815953"/>
              <a:ext cx="114299" cy="38099"/>
            </a:xfrm>
            <a:prstGeom prst="rect">
              <a:avLst/>
            </a:prstGeom>
          </p:spPr>
        </p:pic>
        <p:pic>
          <p:nvPicPr>
            <p:cNvPr id="93" name="object 93"/>
            <p:cNvPicPr/>
            <p:nvPr/>
          </p:nvPicPr>
          <p:blipFill>
            <a:blip r:embed="rId86" cstate="print"/>
            <a:stretch>
              <a:fillRect/>
            </a:stretch>
          </p:blipFill>
          <p:spPr>
            <a:xfrm>
              <a:off x="11934823" y="5815953"/>
              <a:ext cx="114299" cy="38099"/>
            </a:xfrm>
            <a:prstGeom prst="rect">
              <a:avLst/>
            </a:prstGeom>
          </p:spPr>
        </p:pic>
        <p:pic>
          <p:nvPicPr>
            <p:cNvPr id="94" name="object 94"/>
            <p:cNvPicPr/>
            <p:nvPr/>
          </p:nvPicPr>
          <p:blipFill>
            <a:blip r:embed="rId87" cstate="print"/>
            <a:stretch>
              <a:fillRect/>
            </a:stretch>
          </p:blipFill>
          <p:spPr>
            <a:xfrm>
              <a:off x="12239623" y="5815953"/>
              <a:ext cx="114299" cy="38099"/>
            </a:xfrm>
            <a:prstGeom prst="rect">
              <a:avLst/>
            </a:prstGeom>
          </p:spPr>
        </p:pic>
        <p:pic>
          <p:nvPicPr>
            <p:cNvPr id="95" name="object 95"/>
            <p:cNvPicPr/>
            <p:nvPr/>
          </p:nvPicPr>
          <p:blipFill>
            <a:blip r:embed="rId88" cstate="print"/>
            <a:stretch>
              <a:fillRect/>
            </a:stretch>
          </p:blipFill>
          <p:spPr>
            <a:xfrm>
              <a:off x="12392023" y="5815953"/>
              <a:ext cx="114299" cy="38099"/>
            </a:xfrm>
            <a:prstGeom prst="rect">
              <a:avLst/>
            </a:prstGeom>
          </p:spPr>
        </p:pic>
        <p:pic>
          <p:nvPicPr>
            <p:cNvPr id="96" name="object 96"/>
            <p:cNvPicPr/>
            <p:nvPr/>
          </p:nvPicPr>
          <p:blipFill>
            <a:blip r:embed="rId89" cstate="print"/>
            <a:stretch>
              <a:fillRect/>
            </a:stretch>
          </p:blipFill>
          <p:spPr>
            <a:xfrm>
              <a:off x="12544423" y="5815953"/>
              <a:ext cx="114299" cy="38099"/>
            </a:xfrm>
            <a:prstGeom prst="rect">
              <a:avLst/>
            </a:prstGeom>
          </p:spPr>
        </p:pic>
        <p:pic>
          <p:nvPicPr>
            <p:cNvPr id="97" name="object 97"/>
            <p:cNvPicPr/>
            <p:nvPr/>
          </p:nvPicPr>
          <p:blipFill>
            <a:blip r:embed="rId90" cstate="print"/>
            <a:stretch>
              <a:fillRect/>
            </a:stretch>
          </p:blipFill>
          <p:spPr>
            <a:xfrm>
              <a:off x="12696823" y="5815953"/>
              <a:ext cx="114299" cy="38099"/>
            </a:xfrm>
            <a:prstGeom prst="rect">
              <a:avLst/>
            </a:prstGeom>
          </p:spPr>
        </p:pic>
        <p:pic>
          <p:nvPicPr>
            <p:cNvPr id="98" name="object 98"/>
            <p:cNvPicPr/>
            <p:nvPr/>
          </p:nvPicPr>
          <p:blipFill>
            <a:blip r:embed="rId91" cstate="print"/>
            <a:stretch>
              <a:fillRect/>
            </a:stretch>
          </p:blipFill>
          <p:spPr>
            <a:xfrm>
              <a:off x="12849223" y="5815953"/>
              <a:ext cx="114299" cy="38099"/>
            </a:xfrm>
            <a:prstGeom prst="rect">
              <a:avLst/>
            </a:prstGeom>
          </p:spPr>
        </p:pic>
        <p:pic>
          <p:nvPicPr>
            <p:cNvPr id="99" name="object 99"/>
            <p:cNvPicPr/>
            <p:nvPr/>
          </p:nvPicPr>
          <p:blipFill>
            <a:blip r:embed="rId92" cstate="print"/>
            <a:stretch>
              <a:fillRect/>
            </a:stretch>
          </p:blipFill>
          <p:spPr>
            <a:xfrm>
              <a:off x="13001623" y="5815953"/>
              <a:ext cx="114299" cy="38099"/>
            </a:xfrm>
            <a:prstGeom prst="rect">
              <a:avLst/>
            </a:prstGeom>
          </p:spPr>
        </p:pic>
        <p:pic>
          <p:nvPicPr>
            <p:cNvPr id="100" name="object 100"/>
            <p:cNvPicPr/>
            <p:nvPr/>
          </p:nvPicPr>
          <p:blipFill>
            <a:blip r:embed="rId93" cstate="print"/>
            <a:stretch>
              <a:fillRect/>
            </a:stretch>
          </p:blipFill>
          <p:spPr>
            <a:xfrm>
              <a:off x="13306424" y="5815953"/>
              <a:ext cx="114299" cy="38099"/>
            </a:xfrm>
            <a:prstGeom prst="rect">
              <a:avLst/>
            </a:prstGeom>
          </p:spPr>
        </p:pic>
        <p:pic>
          <p:nvPicPr>
            <p:cNvPr id="101" name="object 101"/>
            <p:cNvPicPr/>
            <p:nvPr/>
          </p:nvPicPr>
          <p:blipFill>
            <a:blip r:embed="rId94" cstate="print"/>
            <a:stretch>
              <a:fillRect/>
            </a:stretch>
          </p:blipFill>
          <p:spPr>
            <a:xfrm>
              <a:off x="13154024" y="5815953"/>
              <a:ext cx="114299" cy="38099"/>
            </a:xfrm>
            <a:prstGeom prst="rect">
              <a:avLst/>
            </a:prstGeom>
          </p:spPr>
        </p:pic>
        <p:pic>
          <p:nvPicPr>
            <p:cNvPr id="102" name="object 102"/>
            <p:cNvPicPr/>
            <p:nvPr/>
          </p:nvPicPr>
          <p:blipFill>
            <a:blip r:embed="rId95" cstate="print"/>
            <a:stretch>
              <a:fillRect/>
            </a:stretch>
          </p:blipFill>
          <p:spPr>
            <a:xfrm>
              <a:off x="13458824" y="5815953"/>
              <a:ext cx="114299" cy="38099"/>
            </a:xfrm>
            <a:prstGeom prst="rect">
              <a:avLst/>
            </a:prstGeom>
          </p:spPr>
        </p:pic>
        <p:pic>
          <p:nvPicPr>
            <p:cNvPr id="103" name="object 103"/>
            <p:cNvPicPr/>
            <p:nvPr/>
          </p:nvPicPr>
          <p:blipFill>
            <a:blip r:embed="rId96" cstate="print"/>
            <a:stretch>
              <a:fillRect/>
            </a:stretch>
          </p:blipFill>
          <p:spPr>
            <a:xfrm>
              <a:off x="13611224" y="5815953"/>
              <a:ext cx="114299" cy="38099"/>
            </a:xfrm>
            <a:prstGeom prst="rect">
              <a:avLst/>
            </a:prstGeom>
          </p:spPr>
        </p:pic>
        <p:pic>
          <p:nvPicPr>
            <p:cNvPr id="104" name="object 104"/>
            <p:cNvPicPr/>
            <p:nvPr/>
          </p:nvPicPr>
          <p:blipFill>
            <a:blip r:embed="rId97" cstate="print"/>
            <a:stretch>
              <a:fillRect/>
            </a:stretch>
          </p:blipFill>
          <p:spPr>
            <a:xfrm>
              <a:off x="13763624" y="5815953"/>
              <a:ext cx="114299" cy="38099"/>
            </a:xfrm>
            <a:prstGeom prst="rect">
              <a:avLst/>
            </a:prstGeom>
          </p:spPr>
        </p:pic>
        <p:pic>
          <p:nvPicPr>
            <p:cNvPr id="105" name="object 105"/>
            <p:cNvPicPr/>
            <p:nvPr/>
          </p:nvPicPr>
          <p:blipFill>
            <a:blip r:embed="rId98" cstate="print"/>
            <a:stretch>
              <a:fillRect/>
            </a:stretch>
          </p:blipFill>
          <p:spPr>
            <a:xfrm>
              <a:off x="13916024" y="5815953"/>
              <a:ext cx="114299" cy="38099"/>
            </a:xfrm>
            <a:prstGeom prst="rect">
              <a:avLst/>
            </a:prstGeom>
          </p:spPr>
        </p:pic>
        <p:pic>
          <p:nvPicPr>
            <p:cNvPr id="106" name="object 106"/>
            <p:cNvPicPr/>
            <p:nvPr/>
          </p:nvPicPr>
          <p:blipFill>
            <a:blip r:embed="rId99" cstate="print"/>
            <a:stretch>
              <a:fillRect/>
            </a:stretch>
          </p:blipFill>
          <p:spPr>
            <a:xfrm>
              <a:off x="14068424" y="5815953"/>
              <a:ext cx="114299" cy="38099"/>
            </a:xfrm>
            <a:prstGeom prst="rect">
              <a:avLst/>
            </a:prstGeom>
          </p:spPr>
        </p:pic>
        <p:pic>
          <p:nvPicPr>
            <p:cNvPr id="107" name="object 107"/>
            <p:cNvPicPr/>
            <p:nvPr/>
          </p:nvPicPr>
          <p:blipFill>
            <a:blip r:embed="rId100" cstate="print"/>
            <a:stretch>
              <a:fillRect/>
            </a:stretch>
          </p:blipFill>
          <p:spPr>
            <a:xfrm>
              <a:off x="14220824" y="5815953"/>
              <a:ext cx="114299" cy="38099"/>
            </a:xfrm>
            <a:prstGeom prst="rect">
              <a:avLst/>
            </a:prstGeom>
          </p:spPr>
        </p:pic>
        <p:pic>
          <p:nvPicPr>
            <p:cNvPr id="108" name="object 108"/>
            <p:cNvPicPr/>
            <p:nvPr/>
          </p:nvPicPr>
          <p:blipFill>
            <a:blip r:embed="rId101" cstate="print"/>
            <a:stretch>
              <a:fillRect/>
            </a:stretch>
          </p:blipFill>
          <p:spPr>
            <a:xfrm>
              <a:off x="14525624" y="5815953"/>
              <a:ext cx="114299" cy="38099"/>
            </a:xfrm>
            <a:prstGeom prst="rect">
              <a:avLst/>
            </a:prstGeom>
          </p:spPr>
        </p:pic>
        <p:pic>
          <p:nvPicPr>
            <p:cNvPr id="109" name="object 109"/>
            <p:cNvPicPr/>
            <p:nvPr/>
          </p:nvPicPr>
          <p:blipFill>
            <a:blip r:embed="rId102" cstate="print"/>
            <a:stretch>
              <a:fillRect/>
            </a:stretch>
          </p:blipFill>
          <p:spPr>
            <a:xfrm>
              <a:off x="14373224" y="5815953"/>
              <a:ext cx="114299" cy="38099"/>
            </a:xfrm>
            <a:prstGeom prst="rect">
              <a:avLst/>
            </a:prstGeom>
          </p:spPr>
        </p:pic>
        <p:pic>
          <p:nvPicPr>
            <p:cNvPr id="110" name="object 110"/>
            <p:cNvPicPr/>
            <p:nvPr/>
          </p:nvPicPr>
          <p:blipFill>
            <a:blip r:embed="rId103" cstate="print"/>
            <a:stretch>
              <a:fillRect/>
            </a:stretch>
          </p:blipFill>
          <p:spPr>
            <a:xfrm>
              <a:off x="14678024" y="5815953"/>
              <a:ext cx="114299" cy="38099"/>
            </a:xfrm>
            <a:prstGeom prst="rect">
              <a:avLst/>
            </a:prstGeom>
          </p:spPr>
        </p:pic>
        <p:pic>
          <p:nvPicPr>
            <p:cNvPr id="111" name="object 111"/>
            <p:cNvPicPr/>
            <p:nvPr/>
          </p:nvPicPr>
          <p:blipFill>
            <a:blip r:embed="rId104" cstate="print"/>
            <a:stretch>
              <a:fillRect/>
            </a:stretch>
          </p:blipFill>
          <p:spPr>
            <a:xfrm>
              <a:off x="14830424" y="5815953"/>
              <a:ext cx="114299" cy="38099"/>
            </a:xfrm>
            <a:prstGeom prst="rect">
              <a:avLst/>
            </a:prstGeom>
          </p:spPr>
        </p:pic>
        <p:pic>
          <p:nvPicPr>
            <p:cNvPr id="112" name="object 112"/>
            <p:cNvPicPr/>
            <p:nvPr/>
          </p:nvPicPr>
          <p:blipFill>
            <a:blip r:embed="rId105" cstate="print"/>
            <a:stretch>
              <a:fillRect/>
            </a:stretch>
          </p:blipFill>
          <p:spPr>
            <a:xfrm>
              <a:off x="14982824" y="5815953"/>
              <a:ext cx="114299" cy="38099"/>
            </a:xfrm>
            <a:prstGeom prst="rect">
              <a:avLst/>
            </a:prstGeom>
          </p:spPr>
        </p:pic>
        <p:pic>
          <p:nvPicPr>
            <p:cNvPr id="113" name="object 113"/>
            <p:cNvPicPr/>
            <p:nvPr/>
          </p:nvPicPr>
          <p:blipFill>
            <a:blip r:embed="rId106" cstate="print"/>
            <a:stretch>
              <a:fillRect/>
            </a:stretch>
          </p:blipFill>
          <p:spPr>
            <a:xfrm>
              <a:off x="15135224" y="5815953"/>
              <a:ext cx="114299" cy="38099"/>
            </a:xfrm>
            <a:prstGeom prst="rect">
              <a:avLst/>
            </a:prstGeom>
          </p:spPr>
        </p:pic>
        <p:pic>
          <p:nvPicPr>
            <p:cNvPr id="114" name="object 114"/>
            <p:cNvPicPr/>
            <p:nvPr/>
          </p:nvPicPr>
          <p:blipFill>
            <a:blip r:embed="rId107" cstate="print"/>
            <a:stretch>
              <a:fillRect/>
            </a:stretch>
          </p:blipFill>
          <p:spPr>
            <a:xfrm>
              <a:off x="15287624" y="5815953"/>
              <a:ext cx="114299" cy="38099"/>
            </a:xfrm>
            <a:prstGeom prst="rect">
              <a:avLst/>
            </a:prstGeom>
          </p:spPr>
        </p:pic>
        <p:pic>
          <p:nvPicPr>
            <p:cNvPr id="115" name="object 115"/>
            <p:cNvPicPr/>
            <p:nvPr/>
          </p:nvPicPr>
          <p:blipFill>
            <a:blip r:embed="rId108" cstate="print"/>
            <a:stretch>
              <a:fillRect/>
            </a:stretch>
          </p:blipFill>
          <p:spPr>
            <a:xfrm>
              <a:off x="15440024" y="5815953"/>
              <a:ext cx="114299" cy="38099"/>
            </a:xfrm>
            <a:prstGeom prst="rect">
              <a:avLst/>
            </a:prstGeom>
          </p:spPr>
        </p:pic>
        <p:pic>
          <p:nvPicPr>
            <p:cNvPr id="116" name="object 116"/>
            <p:cNvPicPr/>
            <p:nvPr/>
          </p:nvPicPr>
          <p:blipFill>
            <a:blip r:embed="rId109" cstate="print"/>
            <a:stretch>
              <a:fillRect/>
            </a:stretch>
          </p:blipFill>
          <p:spPr>
            <a:xfrm>
              <a:off x="15592424" y="5815953"/>
              <a:ext cx="114299" cy="38099"/>
            </a:xfrm>
            <a:prstGeom prst="rect">
              <a:avLst/>
            </a:prstGeom>
          </p:spPr>
        </p:pic>
        <p:pic>
          <p:nvPicPr>
            <p:cNvPr id="117" name="object 117"/>
            <p:cNvPicPr/>
            <p:nvPr/>
          </p:nvPicPr>
          <p:blipFill>
            <a:blip r:embed="rId110" cstate="print"/>
            <a:stretch>
              <a:fillRect/>
            </a:stretch>
          </p:blipFill>
          <p:spPr>
            <a:xfrm>
              <a:off x="15744824" y="5815953"/>
              <a:ext cx="114299" cy="38099"/>
            </a:xfrm>
            <a:prstGeom prst="rect">
              <a:avLst/>
            </a:prstGeom>
          </p:spPr>
        </p:pic>
        <p:pic>
          <p:nvPicPr>
            <p:cNvPr id="118" name="object 118"/>
            <p:cNvPicPr/>
            <p:nvPr/>
          </p:nvPicPr>
          <p:blipFill>
            <a:blip r:embed="rId111" cstate="print"/>
            <a:stretch>
              <a:fillRect/>
            </a:stretch>
          </p:blipFill>
          <p:spPr>
            <a:xfrm>
              <a:off x="15897224" y="5815953"/>
              <a:ext cx="114299" cy="38099"/>
            </a:xfrm>
            <a:prstGeom prst="rect">
              <a:avLst/>
            </a:prstGeom>
          </p:spPr>
        </p:pic>
        <p:pic>
          <p:nvPicPr>
            <p:cNvPr id="119" name="object 119"/>
            <p:cNvPicPr/>
            <p:nvPr/>
          </p:nvPicPr>
          <p:blipFill>
            <a:blip r:embed="rId112" cstate="print"/>
            <a:stretch>
              <a:fillRect/>
            </a:stretch>
          </p:blipFill>
          <p:spPr>
            <a:xfrm>
              <a:off x="16049624" y="5815953"/>
              <a:ext cx="114299" cy="38099"/>
            </a:xfrm>
            <a:prstGeom prst="rect">
              <a:avLst/>
            </a:prstGeom>
          </p:spPr>
        </p:pic>
        <p:pic>
          <p:nvPicPr>
            <p:cNvPr id="120" name="object 120"/>
            <p:cNvPicPr/>
            <p:nvPr/>
          </p:nvPicPr>
          <p:blipFill>
            <a:blip r:embed="rId113" cstate="print"/>
            <a:stretch>
              <a:fillRect/>
            </a:stretch>
          </p:blipFill>
          <p:spPr>
            <a:xfrm>
              <a:off x="16202024" y="5815953"/>
              <a:ext cx="114299" cy="38099"/>
            </a:xfrm>
            <a:prstGeom prst="rect">
              <a:avLst/>
            </a:prstGeom>
          </p:spPr>
        </p:pic>
        <p:pic>
          <p:nvPicPr>
            <p:cNvPr id="121" name="object 121"/>
            <p:cNvPicPr/>
            <p:nvPr/>
          </p:nvPicPr>
          <p:blipFill>
            <a:blip r:embed="rId114" cstate="print"/>
            <a:stretch>
              <a:fillRect/>
            </a:stretch>
          </p:blipFill>
          <p:spPr>
            <a:xfrm>
              <a:off x="16354424" y="5815953"/>
              <a:ext cx="114299" cy="38099"/>
            </a:xfrm>
            <a:prstGeom prst="rect">
              <a:avLst/>
            </a:prstGeom>
          </p:spPr>
        </p:pic>
        <p:pic>
          <p:nvPicPr>
            <p:cNvPr id="122" name="object 122"/>
            <p:cNvPicPr/>
            <p:nvPr/>
          </p:nvPicPr>
          <p:blipFill>
            <a:blip r:embed="rId115" cstate="print"/>
            <a:stretch>
              <a:fillRect/>
            </a:stretch>
          </p:blipFill>
          <p:spPr>
            <a:xfrm>
              <a:off x="16506824" y="5815953"/>
              <a:ext cx="114299" cy="38099"/>
            </a:xfrm>
            <a:prstGeom prst="rect">
              <a:avLst/>
            </a:prstGeom>
          </p:spPr>
        </p:pic>
        <p:pic>
          <p:nvPicPr>
            <p:cNvPr id="123" name="object 123"/>
            <p:cNvPicPr/>
            <p:nvPr/>
          </p:nvPicPr>
          <p:blipFill>
            <a:blip r:embed="rId116" cstate="print"/>
            <a:stretch>
              <a:fillRect/>
            </a:stretch>
          </p:blipFill>
          <p:spPr>
            <a:xfrm>
              <a:off x="16811624" y="5815953"/>
              <a:ext cx="114299" cy="38099"/>
            </a:xfrm>
            <a:prstGeom prst="rect">
              <a:avLst/>
            </a:prstGeom>
          </p:spPr>
        </p:pic>
        <p:pic>
          <p:nvPicPr>
            <p:cNvPr id="124" name="object 124"/>
            <p:cNvPicPr/>
            <p:nvPr/>
          </p:nvPicPr>
          <p:blipFill>
            <a:blip r:embed="rId117" cstate="print"/>
            <a:stretch>
              <a:fillRect/>
            </a:stretch>
          </p:blipFill>
          <p:spPr>
            <a:xfrm>
              <a:off x="16659224" y="5815953"/>
              <a:ext cx="114299" cy="38099"/>
            </a:xfrm>
            <a:prstGeom prst="rect">
              <a:avLst/>
            </a:prstGeom>
          </p:spPr>
        </p:pic>
        <p:pic>
          <p:nvPicPr>
            <p:cNvPr id="125" name="object 125"/>
            <p:cNvPicPr/>
            <p:nvPr/>
          </p:nvPicPr>
          <p:blipFill>
            <a:blip r:embed="rId118" cstate="print"/>
            <a:stretch>
              <a:fillRect/>
            </a:stretch>
          </p:blipFill>
          <p:spPr>
            <a:xfrm>
              <a:off x="16964024" y="5815953"/>
              <a:ext cx="114299" cy="38099"/>
            </a:xfrm>
            <a:prstGeom prst="rect">
              <a:avLst/>
            </a:prstGeom>
          </p:spPr>
        </p:pic>
        <p:pic>
          <p:nvPicPr>
            <p:cNvPr id="126" name="object 126"/>
            <p:cNvPicPr/>
            <p:nvPr/>
          </p:nvPicPr>
          <p:blipFill>
            <a:blip r:embed="rId119" cstate="print"/>
            <a:stretch>
              <a:fillRect/>
            </a:stretch>
          </p:blipFill>
          <p:spPr>
            <a:xfrm>
              <a:off x="17116424" y="5815953"/>
              <a:ext cx="114299" cy="38099"/>
            </a:xfrm>
            <a:prstGeom prst="rect">
              <a:avLst/>
            </a:prstGeom>
          </p:spPr>
        </p:pic>
        <p:pic>
          <p:nvPicPr>
            <p:cNvPr id="127" name="object 127"/>
            <p:cNvPicPr/>
            <p:nvPr/>
          </p:nvPicPr>
          <p:blipFill>
            <a:blip r:embed="rId120" cstate="print"/>
            <a:stretch>
              <a:fillRect/>
            </a:stretch>
          </p:blipFill>
          <p:spPr>
            <a:xfrm>
              <a:off x="17268824" y="5815953"/>
              <a:ext cx="114299" cy="38099"/>
            </a:xfrm>
            <a:prstGeom prst="rect">
              <a:avLst/>
            </a:prstGeom>
          </p:spPr>
        </p:pic>
        <p:pic>
          <p:nvPicPr>
            <p:cNvPr id="128" name="object 128"/>
            <p:cNvPicPr/>
            <p:nvPr/>
          </p:nvPicPr>
          <p:blipFill>
            <a:blip r:embed="rId121" cstate="print"/>
            <a:stretch>
              <a:fillRect/>
            </a:stretch>
          </p:blipFill>
          <p:spPr>
            <a:xfrm>
              <a:off x="17421224" y="5815953"/>
              <a:ext cx="114299" cy="38099"/>
            </a:xfrm>
            <a:prstGeom prst="rect">
              <a:avLst/>
            </a:prstGeom>
          </p:spPr>
        </p:pic>
        <p:pic>
          <p:nvPicPr>
            <p:cNvPr id="129" name="object 129"/>
            <p:cNvPicPr/>
            <p:nvPr/>
          </p:nvPicPr>
          <p:blipFill>
            <a:blip r:embed="rId122" cstate="print"/>
            <a:stretch>
              <a:fillRect/>
            </a:stretch>
          </p:blipFill>
          <p:spPr>
            <a:xfrm>
              <a:off x="17573624" y="5815953"/>
              <a:ext cx="114299" cy="38099"/>
            </a:xfrm>
            <a:prstGeom prst="rect">
              <a:avLst/>
            </a:prstGeom>
          </p:spPr>
        </p:pic>
        <p:pic>
          <p:nvPicPr>
            <p:cNvPr id="130" name="object 130"/>
            <p:cNvPicPr/>
            <p:nvPr/>
          </p:nvPicPr>
          <p:blipFill>
            <a:blip r:embed="rId123" cstate="print"/>
            <a:stretch>
              <a:fillRect/>
            </a:stretch>
          </p:blipFill>
          <p:spPr>
            <a:xfrm>
              <a:off x="17726024" y="5815953"/>
              <a:ext cx="114299" cy="38099"/>
            </a:xfrm>
            <a:prstGeom prst="rect">
              <a:avLst/>
            </a:prstGeom>
          </p:spPr>
        </p:pic>
        <p:pic>
          <p:nvPicPr>
            <p:cNvPr id="131" name="object 131"/>
            <p:cNvPicPr/>
            <p:nvPr/>
          </p:nvPicPr>
          <p:blipFill>
            <a:blip r:embed="rId124" cstate="print"/>
            <a:stretch>
              <a:fillRect/>
            </a:stretch>
          </p:blipFill>
          <p:spPr>
            <a:xfrm>
              <a:off x="18030824" y="5815953"/>
              <a:ext cx="114299" cy="38099"/>
            </a:xfrm>
            <a:prstGeom prst="rect">
              <a:avLst/>
            </a:prstGeom>
          </p:spPr>
        </p:pic>
        <p:pic>
          <p:nvPicPr>
            <p:cNvPr id="132" name="object 132"/>
            <p:cNvPicPr/>
            <p:nvPr/>
          </p:nvPicPr>
          <p:blipFill>
            <a:blip r:embed="rId125" cstate="print"/>
            <a:stretch>
              <a:fillRect/>
            </a:stretch>
          </p:blipFill>
          <p:spPr>
            <a:xfrm>
              <a:off x="17878424" y="5815953"/>
              <a:ext cx="114299" cy="38099"/>
            </a:xfrm>
            <a:prstGeom prst="rect">
              <a:avLst/>
            </a:prstGeom>
          </p:spPr>
        </p:pic>
        <p:pic>
          <p:nvPicPr>
            <p:cNvPr id="133" name="object 133"/>
            <p:cNvPicPr/>
            <p:nvPr/>
          </p:nvPicPr>
          <p:blipFill>
            <a:blip r:embed="rId126" cstate="print"/>
            <a:stretch>
              <a:fillRect/>
            </a:stretch>
          </p:blipFill>
          <p:spPr>
            <a:xfrm>
              <a:off x="18183224" y="5815953"/>
              <a:ext cx="104774" cy="38099"/>
            </a:xfrm>
            <a:prstGeom prst="rect">
              <a:avLst/>
            </a:prstGeom>
          </p:spPr>
        </p:pic>
        <p:sp>
          <p:nvSpPr>
            <p:cNvPr id="134" name="object 134"/>
            <p:cNvSpPr/>
            <p:nvPr/>
          </p:nvSpPr>
          <p:spPr>
            <a:xfrm>
              <a:off x="5726387" y="5834953"/>
              <a:ext cx="0" cy="4452620"/>
            </a:xfrm>
            <a:custGeom>
              <a:avLst/>
              <a:gdLst/>
              <a:ahLst/>
              <a:cxnLst/>
              <a:rect l="l" t="t" r="r" b="b"/>
              <a:pathLst>
                <a:path h="4452620">
                  <a:moveTo>
                    <a:pt x="0" y="4451995"/>
                  </a:moveTo>
                  <a:lnTo>
                    <a:pt x="0" y="0"/>
                  </a:lnTo>
                </a:path>
              </a:pathLst>
            </a:custGeom>
            <a:ln w="38099">
              <a:solidFill>
                <a:srgbClr val="000000"/>
              </a:solidFill>
            </a:ln>
          </p:spPr>
          <p:txBody>
            <a:bodyPr wrap="square" lIns="0" tIns="0" rIns="0" bIns="0" rtlCol="0"/>
            <a:lstStyle/>
            <a:p>
              <a:endParaRPr/>
            </a:p>
          </p:txBody>
        </p:sp>
      </p:grpSp>
      <p:sp>
        <p:nvSpPr>
          <p:cNvPr id="135" name="object 135"/>
          <p:cNvSpPr txBox="1"/>
          <p:nvPr/>
        </p:nvSpPr>
        <p:spPr>
          <a:xfrm>
            <a:off x="6451744" y="6879721"/>
            <a:ext cx="11469370" cy="1597025"/>
          </a:xfrm>
          <a:prstGeom prst="rect">
            <a:avLst/>
          </a:prstGeom>
        </p:spPr>
        <p:txBody>
          <a:bodyPr vert="horz" wrap="square" lIns="0" tIns="12700" rIns="0" bIns="0" rtlCol="0">
            <a:spAutoFit/>
          </a:bodyPr>
          <a:lstStyle/>
          <a:p>
            <a:pPr marL="12700" marR="5080">
              <a:lnSpc>
                <a:spcPct val="114599"/>
              </a:lnSpc>
              <a:spcBef>
                <a:spcPts val="100"/>
              </a:spcBef>
            </a:pPr>
            <a:r>
              <a:rPr sz="1800" spc="65" dirty="0">
                <a:solidFill>
                  <a:srgbClr val="FFFFFF"/>
                </a:solidFill>
                <a:latin typeface="Trebuchet MS"/>
                <a:cs typeface="Trebuchet MS"/>
              </a:rPr>
              <a:t>The</a:t>
            </a:r>
            <a:r>
              <a:rPr sz="1800" spc="-55" dirty="0">
                <a:solidFill>
                  <a:srgbClr val="FFFFFF"/>
                </a:solidFill>
                <a:latin typeface="Trebuchet MS"/>
                <a:cs typeface="Trebuchet MS"/>
              </a:rPr>
              <a:t> </a:t>
            </a:r>
            <a:r>
              <a:rPr sz="1800" dirty="0">
                <a:solidFill>
                  <a:srgbClr val="FFFFFF"/>
                </a:solidFill>
                <a:latin typeface="Trebuchet MS"/>
                <a:cs typeface="Trebuchet MS"/>
              </a:rPr>
              <a:t>21-</a:t>
            </a:r>
            <a:r>
              <a:rPr sz="1800" spc="135" dirty="0">
                <a:solidFill>
                  <a:srgbClr val="FFFFFF"/>
                </a:solidFill>
                <a:latin typeface="Trebuchet MS"/>
                <a:cs typeface="Trebuchet MS"/>
              </a:rPr>
              <a:t>30</a:t>
            </a:r>
            <a:r>
              <a:rPr sz="1800" spc="-50" dirty="0">
                <a:solidFill>
                  <a:srgbClr val="FFFFFF"/>
                </a:solidFill>
                <a:latin typeface="Trebuchet MS"/>
                <a:cs typeface="Trebuchet MS"/>
              </a:rPr>
              <a:t> </a:t>
            </a:r>
            <a:r>
              <a:rPr sz="1800" spc="235" dirty="0">
                <a:solidFill>
                  <a:srgbClr val="FFFFFF"/>
                </a:solidFill>
                <a:latin typeface="Trebuchet MS"/>
                <a:cs typeface="Trebuchet MS"/>
              </a:rPr>
              <a:t>age</a:t>
            </a:r>
            <a:r>
              <a:rPr sz="1800" spc="-50" dirty="0">
                <a:solidFill>
                  <a:srgbClr val="FFFFFF"/>
                </a:solidFill>
                <a:latin typeface="Trebuchet MS"/>
                <a:cs typeface="Trebuchet MS"/>
              </a:rPr>
              <a:t> </a:t>
            </a:r>
            <a:r>
              <a:rPr sz="1800" spc="165" dirty="0">
                <a:solidFill>
                  <a:srgbClr val="FFFFFF"/>
                </a:solidFill>
                <a:latin typeface="Trebuchet MS"/>
                <a:cs typeface="Trebuchet MS"/>
              </a:rPr>
              <a:t>group</a:t>
            </a:r>
            <a:r>
              <a:rPr sz="1800" spc="-50" dirty="0">
                <a:solidFill>
                  <a:srgbClr val="FFFFFF"/>
                </a:solidFill>
                <a:latin typeface="Trebuchet MS"/>
                <a:cs typeface="Trebuchet MS"/>
              </a:rPr>
              <a:t> </a:t>
            </a:r>
            <a:r>
              <a:rPr sz="1800" spc="120" dirty="0">
                <a:solidFill>
                  <a:srgbClr val="FFFFFF"/>
                </a:solidFill>
                <a:latin typeface="Trebuchet MS"/>
                <a:cs typeface="Trebuchet MS"/>
              </a:rPr>
              <a:t>recorded</a:t>
            </a:r>
            <a:r>
              <a:rPr sz="1800" spc="-50" dirty="0">
                <a:solidFill>
                  <a:srgbClr val="FFFFFF"/>
                </a:solidFill>
                <a:latin typeface="Trebuchet MS"/>
                <a:cs typeface="Trebuchet MS"/>
              </a:rPr>
              <a:t> </a:t>
            </a:r>
            <a:r>
              <a:rPr sz="1800" spc="70" dirty="0">
                <a:solidFill>
                  <a:srgbClr val="FFFFFF"/>
                </a:solidFill>
                <a:latin typeface="Trebuchet MS"/>
                <a:cs typeface="Trebuchet MS"/>
              </a:rPr>
              <a:t>the</a:t>
            </a:r>
            <a:r>
              <a:rPr sz="1800" spc="-50" dirty="0">
                <a:solidFill>
                  <a:srgbClr val="FFFFFF"/>
                </a:solidFill>
                <a:latin typeface="Trebuchet MS"/>
                <a:cs typeface="Trebuchet MS"/>
              </a:rPr>
              <a:t> </a:t>
            </a:r>
            <a:r>
              <a:rPr sz="1800" spc="114" dirty="0">
                <a:solidFill>
                  <a:srgbClr val="FFFFFF"/>
                </a:solidFill>
                <a:latin typeface="Trebuchet MS"/>
                <a:cs typeface="Trebuchet MS"/>
              </a:rPr>
              <a:t>highest</a:t>
            </a:r>
            <a:r>
              <a:rPr sz="1800" spc="-50" dirty="0">
                <a:solidFill>
                  <a:srgbClr val="FFFFFF"/>
                </a:solidFill>
                <a:latin typeface="Trebuchet MS"/>
                <a:cs typeface="Trebuchet MS"/>
              </a:rPr>
              <a:t> </a:t>
            </a:r>
            <a:r>
              <a:rPr sz="1800" spc="160" dirty="0">
                <a:solidFill>
                  <a:srgbClr val="FFFFFF"/>
                </a:solidFill>
                <a:latin typeface="Trebuchet MS"/>
                <a:cs typeface="Trebuchet MS"/>
              </a:rPr>
              <a:t>number</a:t>
            </a:r>
            <a:r>
              <a:rPr sz="1800" spc="-50" dirty="0">
                <a:solidFill>
                  <a:srgbClr val="FFFFFF"/>
                </a:solidFill>
                <a:latin typeface="Trebuchet MS"/>
                <a:cs typeface="Trebuchet MS"/>
              </a:rPr>
              <a:t> </a:t>
            </a:r>
            <a:r>
              <a:rPr sz="1800" spc="55" dirty="0">
                <a:solidFill>
                  <a:srgbClr val="FFFFFF"/>
                </a:solidFill>
                <a:latin typeface="Trebuchet MS"/>
                <a:cs typeface="Trebuchet MS"/>
              </a:rPr>
              <a:t>of</a:t>
            </a:r>
            <a:r>
              <a:rPr sz="1800" spc="-50" dirty="0">
                <a:solidFill>
                  <a:srgbClr val="FFFFFF"/>
                </a:solidFill>
                <a:latin typeface="Trebuchet MS"/>
                <a:cs typeface="Trebuchet MS"/>
              </a:rPr>
              <a:t> </a:t>
            </a:r>
            <a:r>
              <a:rPr sz="1800" spc="140" dirty="0">
                <a:solidFill>
                  <a:srgbClr val="FFFFFF"/>
                </a:solidFill>
                <a:latin typeface="Trebuchet MS"/>
                <a:cs typeface="Trebuchet MS"/>
              </a:rPr>
              <a:t>customer</a:t>
            </a:r>
            <a:r>
              <a:rPr sz="1800" spc="-55" dirty="0">
                <a:solidFill>
                  <a:srgbClr val="FFFFFF"/>
                </a:solidFill>
                <a:latin typeface="Trebuchet MS"/>
                <a:cs typeface="Trebuchet MS"/>
              </a:rPr>
              <a:t> </a:t>
            </a:r>
            <a:r>
              <a:rPr sz="1800" spc="110" dirty="0">
                <a:solidFill>
                  <a:srgbClr val="FFFFFF"/>
                </a:solidFill>
                <a:latin typeface="Trebuchet MS"/>
                <a:cs typeface="Trebuchet MS"/>
              </a:rPr>
              <a:t>orders</a:t>
            </a:r>
            <a:r>
              <a:rPr sz="1800" spc="-50" dirty="0">
                <a:solidFill>
                  <a:srgbClr val="FFFFFF"/>
                </a:solidFill>
                <a:latin typeface="Trebuchet MS"/>
                <a:cs typeface="Trebuchet MS"/>
              </a:rPr>
              <a:t> </a:t>
            </a:r>
            <a:r>
              <a:rPr sz="1800" dirty="0">
                <a:solidFill>
                  <a:srgbClr val="FFFFFF"/>
                </a:solidFill>
                <a:latin typeface="Trebuchet MS"/>
                <a:cs typeface="Trebuchet MS"/>
              </a:rPr>
              <a:t>(9.72K),</a:t>
            </a:r>
            <a:r>
              <a:rPr sz="1800" spc="-50" dirty="0">
                <a:solidFill>
                  <a:srgbClr val="FFFFFF"/>
                </a:solidFill>
                <a:latin typeface="Trebuchet MS"/>
                <a:cs typeface="Trebuchet MS"/>
              </a:rPr>
              <a:t> </a:t>
            </a:r>
            <a:r>
              <a:rPr sz="1800" spc="100" dirty="0">
                <a:solidFill>
                  <a:srgbClr val="FFFFFF"/>
                </a:solidFill>
                <a:latin typeface="Trebuchet MS"/>
                <a:cs typeface="Trebuchet MS"/>
              </a:rPr>
              <a:t>indicating</a:t>
            </a:r>
            <a:r>
              <a:rPr sz="1800" spc="-50" dirty="0">
                <a:solidFill>
                  <a:srgbClr val="FFFFFF"/>
                </a:solidFill>
                <a:latin typeface="Trebuchet MS"/>
                <a:cs typeface="Trebuchet MS"/>
              </a:rPr>
              <a:t> </a:t>
            </a:r>
            <a:r>
              <a:rPr sz="1800" spc="70" dirty="0">
                <a:solidFill>
                  <a:srgbClr val="FFFFFF"/>
                </a:solidFill>
                <a:latin typeface="Trebuchet MS"/>
                <a:cs typeface="Trebuchet MS"/>
              </a:rPr>
              <a:t>the</a:t>
            </a:r>
            <a:r>
              <a:rPr sz="1800" spc="-50" dirty="0">
                <a:solidFill>
                  <a:srgbClr val="FFFFFF"/>
                </a:solidFill>
                <a:latin typeface="Trebuchet MS"/>
                <a:cs typeface="Trebuchet MS"/>
              </a:rPr>
              <a:t> </a:t>
            </a:r>
            <a:r>
              <a:rPr sz="1800" spc="105" dirty="0">
                <a:solidFill>
                  <a:srgbClr val="FFFFFF"/>
                </a:solidFill>
                <a:latin typeface="Trebuchet MS"/>
                <a:cs typeface="Trebuchet MS"/>
              </a:rPr>
              <a:t>highest </a:t>
            </a:r>
            <a:r>
              <a:rPr sz="1800" spc="170" dirty="0">
                <a:solidFill>
                  <a:srgbClr val="FFFFFF"/>
                </a:solidFill>
                <a:latin typeface="Trebuchet MS"/>
                <a:cs typeface="Trebuchet MS"/>
              </a:rPr>
              <a:t>shopping</a:t>
            </a:r>
            <a:r>
              <a:rPr sz="1800" spc="-55" dirty="0">
                <a:solidFill>
                  <a:srgbClr val="FFFFFF"/>
                </a:solidFill>
                <a:latin typeface="Trebuchet MS"/>
                <a:cs typeface="Trebuchet MS"/>
              </a:rPr>
              <a:t> </a:t>
            </a:r>
            <a:r>
              <a:rPr sz="1800" spc="60" dirty="0">
                <a:solidFill>
                  <a:srgbClr val="FFFFFF"/>
                </a:solidFill>
                <a:latin typeface="Trebuchet MS"/>
                <a:cs typeface="Trebuchet MS"/>
              </a:rPr>
              <a:t>frequency.</a:t>
            </a:r>
            <a:endParaRPr sz="1800">
              <a:latin typeface="Trebuchet MS"/>
              <a:cs typeface="Trebuchet MS"/>
            </a:endParaRPr>
          </a:p>
          <a:p>
            <a:pPr marL="12700" marR="527050">
              <a:lnSpc>
                <a:spcPct val="114599"/>
              </a:lnSpc>
            </a:pPr>
            <a:r>
              <a:rPr sz="1800" spc="65" dirty="0">
                <a:solidFill>
                  <a:srgbClr val="FFFFFF"/>
                </a:solidFill>
                <a:latin typeface="Trebuchet MS"/>
                <a:cs typeface="Trebuchet MS"/>
              </a:rPr>
              <a:t>The</a:t>
            </a:r>
            <a:r>
              <a:rPr sz="1800" spc="-55" dirty="0">
                <a:solidFill>
                  <a:srgbClr val="FFFFFF"/>
                </a:solidFill>
                <a:latin typeface="Trebuchet MS"/>
                <a:cs typeface="Trebuchet MS"/>
              </a:rPr>
              <a:t> </a:t>
            </a:r>
            <a:r>
              <a:rPr sz="1800" dirty="0">
                <a:solidFill>
                  <a:srgbClr val="FFFFFF"/>
                </a:solidFill>
                <a:latin typeface="Trebuchet MS"/>
                <a:cs typeface="Trebuchet MS"/>
              </a:rPr>
              <a:t>21-</a:t>
            </a:r>
            <a:r>
              <a:rPr sz="1800" spc="135" dirty="0">
                <a:solidFill>
                  <a:srgbClr val="FFFFFF"/>
                </a:solidFill>
                <a:latin typeface="Trebuchet MS"/>
                <a:cs typeface="Trebuchet MS"/>
              </a:rPr>
              <a:t>30</a:t>
            </a:r>
            <a:r>
              <a:rPr sz="1800" spc="-50" dirty="0">
                <a:solidFill>
                  <a:srgbClr val="FFFFFF"/>
                </a:solidFill>
                <a:latin typeface="Trebuchet MS"/>
                <a:cs typeface="Trebuchet MS"/>
              </a:rPr>
              <a:t> </a:t>
            </a:r>
            <a:r>
              <a:rPr sz="1800" spc="235" dirty="0">
                <a:solidFill>
                  <a:srgbClr val="FFFFFF"/>
                </a:solidFill>
                <a:latin typeface="Trebuchet MS"/>
                <a:cs typeface="Trebuchet MS"/>
              </a:rPr>
              <a:t>age</a:t>
            </a:r>
            <a:r>
              <a:rPr sz="1800" spc="-50" dirty="0">
                <a:solidFill>
                  <a:srgbClr val="FFFFFF"/>
                </a:solidFill>
                <a:latin typeface="Trebuchet MS"/>
                <a:cs typeface="Trebuchet MS"/>
              </a:rPr>
              <a:t> </a:t>
            </a:r>
            <a:r>
              <a:rPr sz="1800" spc="165" dirty="0">
                <a:solidFill>
                  <a:srgbClr val="FFFFFF"/>
                </a:solidFill>
                <a:latin typeface="Trebuchet MS"/>
                <a:cs typeface="Trebuchet MS"/>
              </a:rPr>
              <a:t>group</a:t>
            </a:r>
            <a:r>
              <a:rPr sz="1800" spc="-55" dirty="0">
                <a:solidFill>
                  <a:srgbClr val="FFFFFF"/>
                </a:solidFill>
                <a:latin typeface="Trebuchet MS"/>
                <a:cs typeface="Trebuchet MS"/>
              </a:rPr>
              <a:t> </a:t>
            </a:r>
            <a:r>
              <a:rPr sz="1800" spc="140" dirty="0">
                <a:solidFill>
                  <a:srgbClr val="FFFFFF"/>
                </a:solidFill>
                <a:latin typeface="Trebuchet MS"/>
                <a:cs typeface="Trebuchet MS"/>
              </a:rPr>
              <a:t>also</a:t>
            </a:r>
            <a:r>
              <a:rPr sz="1800" spc="-50" dirty="0">
                <a:solidFill>
                  <a:srgbClr val="FFFFFF"/>
                </a:solidFill>
                <a:latin typeface="Trebuchet MS"/>
                <a:cs typeface="Trebuchet MS"/>
              </a:rPr>
              <a:t> </a:t>
            </a:r>
            <a:r>
              <a:rPr sz="1800" spc="165" dirty="0">
                <a:solidFill>
                  <a:srgbClr val="FFFFFF"/>
                </a:solidFill>
                <a:latin typeface="Trebuchet MS"/>
                <a:cs typeface="Trebuchet MS"/>
              </a:rPr>
              <a:t>purchased</a:t>
            </a:r>
            <a:r>
              <a:rPr sz="1800" spc="-50" dirty="0">
                <a:solidFill>
                  <a:srgbClr val="FFFFFF"/>
                </a:solidFill>
                <a:latin typeface="Trebuchet MS"/>
                <a:cs typeface="Trebuchet MS"/>
              </a:rPr>
              <a:t> </a:t>
            </a:r>
            <a:r>
              <a:rPr sz="1800" spc="70" dirty="0">
                <a:solidFill>
                  <a:srgbClr val="FFFFFF"/>
                </a:solidFill>
                <a:latin typeface="Trebuchet MS"/>
                <a:cs typeface="Trebuchet MS"/>
              </a:rPr>
              <a:t>the</a:t>
            </a:r>
            <a:r>
              <a:rPr sz="1800" spc="-55" dirty="0">
                <a:solidFill>
                  <a:srgbClr val="FFFFFF"/>
                </a:solidFill>
                <a:latin typeface="Trebuchet MS"/>
                <a:cs typeface="Trebuchet MS"/>
              </a:rPr>
              <a:t> </a:t>
            </a:r>
            <a:r>
              <a:rPr sz="1800" spc="114" dirty="0">
                <a:solidFill>
                  <a:srgbClr val="FFFFFF"/>
                </a:solidFill>
                <a:latin typeface="Trebuchet MS"/>
                <a:cs typeface="Trebuchet MS"/>
              </a:rPr>
              <a:t>highest</a:t>
            </a:r>
            <a:r>
              <a:rPr sz="1800" spc="-50" dirty="0">
                <a:solidFill>
                  <a:srgbClr val="FFFFFF"/>
                </a:solidFill>
                <a:latin typeface="Trebuchet MS"/>
                <a:cs typeface="Trebuchet MS"/>
              </a:rPr>
              <a:t> </a:t>
            </a:r>
            <a:r>
              <a:rPr sz="1800" spc="85" dirty="0">
                <a:solidFill>
                  <a:srgbClr val="FFFFFF"/>
                </a:solidFill>
                <a:latin typeface="Trebuchet MS"/>
                <a:cs typeface="Trebuchet MS"/>
              </a:rPr>
              <a:t>quantity</a:t>
            </a:r>
            <a:r>
              <a:rPr sz="1800" spc="-50" dirty="0">
                <a:solidFill>
                  <a:srgbClr val="FFFFFF"/>
                </a:solidFill>
                <a:latin typeface="Trebuchet MS"/>
                <a:cs typeface="Trebuchet MS"/>
              </a:rPr>
              <a:t> </a:t>
            </a:r>
            <a:r>
              <a:rPr sz="1800" spc="55" dirty="0">
                <a:solidFill>
                  <a:srgbClr val="FFFFFF"/>
                </a:solidFill>
                <a:latin typeface="Trebuchet MS"/>
                <a:cs typeface="Trebuchet MS"/>
              </a:rPr>
              <a:t>of</a:t>
            </a:r>
            <a:r>
              <a:rPr sz="1800" spc="-55" dirty="0">
                <a:solidFill>
                  <a:srgbClr val="FFFFFF"/>
                </a:solidFill>
                <a:latin typeface="Trebuchet MS"/>
                <a:cs typeface="Trebuchet MS"/>
              </a:rPr>
              <a:t> </a:t>
            </a:r>
            <a:r>
              <a:rPr sz="1800" spc="85" dirty="0">
                <a:solidFill>
                  <a:srgbClr val="FFFFFF"/>
                </a:solidFill>
                <a:latin typeface="Trebuchet MS"/>
                <a:cs typeface="Trebuchet MS"/>
              </a:rPr>
              <a:t>products,</a:t>
            </a:r>
            <a:r>
              <a:rPr sz="1800" spc="-50" dirty="0">
                <a:solidFill>
                  <a:srgbClr val="FFFFFF"/>
                </a:solidFill>
                <a:latin typeface="Trebuchet MS"/>
                <a:cs typeface="Trebuchet MS"/>
              </a:rPr>
              <a:t> </a:t>
            </a:r>
            <a:r>
              <a:rPr sz="1800" spc="170" dirty="0">
                <a:solidFill>
                  <a:srgbClr val="FFFFFF"/>
                </a:solidFill>
                <a:latin typeface="Trebuchet MS"/>
                <a:cs typeface="Trebuchet MS"/>
              </a:rPr>
              <a:t>making</a:t>
            </a:r>
            <a:r>
              <a:rPr sz="1800" spc="-50" dirty="0">
                <a:solidFill>
                  <a:srgbClr val="FFFFFF"/>
                </a:solidFill>
                <a:latin typeface="Trebuchet MS"/>
                <a:cs typeface="Trebuchet MS"/>
              </a:rPr>
              <a:t> </a:t>
            </a:r>
            <a:r>
              <a:rPr sz="1800" spc="-75" dirty="0">
                <a:solidFill>
                  <a:srgbClr val="FFFFFF"/>
                </a:solidFill>
                <a:latin typeface="Trebuchet MS"/>
                <a:cs typeface="Trebuchet MS"/>
              </a:rPr>
              <a:t>it</a:t>
            </a:r>
            <a:r>
              <a:rPr sz="1800" spc="-50" dirty="0">
                <a:solidFill>
                  <a:srgbClr val="FFFFFF"/>
                </a:solidFill>
                <a:latin typeface="Trebuchet MS"/>
                <a:cs typeface="Trebuchet MS"/>
              </a:rPr>
              <a:t> </a:t>
            </a:r>
            <a:r>
              <a:rPr sz="1800" spc="70" dirty="0">
                <a:solidFill>
                  <a:srgbClr val="FFFFFF"/>
                </a:solidFill>
                <a:latin typeface="Trebuchet MS"/>
                <a:cs typeface="Trebuchet MS"/>
              </a:rPr>
              <a:t>the</a:t>
            </a:r>
            <a:r>
              <a:rPr sz="1800" spc="-55" dirty="0">
                <a:solidFill>
                  <a:srgbClr val="FFFFFF"/>
                </a:solidFill>
                <a:latin typeface="Trebuchet MS"/>
                <a:cs typeface="Trebuchet MS"/>
              </a:rPr>
              <a:t> </a:t>
            </a:r>
            <a:r>
              <a:rPr sz="1800" spc="165" dirty="0">
                <a:solidFill>
                  <a:srgbClr val="FFFFFF"/>
                </a:solidFill>
                <a:latin typeface="Trebuchet MS"/>
                <a:cs typeface="Trebuchet MS"/>
              </a:rPr>
              <a:t>most</a:t>
            </a:r>
            <a:r>
              <a:rPr sz="1800" spc="-50" dirty="0">
                <a:solidFill>
                  <a:srgbClr val="FFFFFF"/>
                </a:solidFill>
                <a:latin typeface="Trebuchet MS"/>
                <a:cs typeface="Trebuchet MS"/>
              </a:rPr>
              <a:t> </a:t>
            </a:r>
            <a:r>
              <a:rPr sz="1800" spc="85" dirty="0">
                <a:solidFill>
                  <a:srgbClr val="FFFFFF"/>
                </a:solidFill>
                <a:latin typeface="Trebuchet MS"/>
                <a:cs typeface="Trebuchet MS"/>
              </a:rPr>
              <a:t>active </a:t>
            </a:r>
            <a:r>
              <a:rPr sz="1800" spc="140" dirty="0">
                <a:solidFill>
                  <a:srgbClr val="FFFFFF"/>
                </a:solidFill>
                <a:latin typeface="Trebuchet MS"/>
                <a:cs typeface="Trebuchet MS"/>
              </a:rPr>
              <a:t>customer</a:t>
            </a:r>
            <a:r>
              <a:rPr sz="1800" spc="-60" dirty="0">
                <a:solidFill>
                  <a:srgbClr val="FFFFFF"/>
                </a:solidFill>
                <a:latin typeface="Trebuchet MS"/>
                <a:cs typeface="Trebuchet MS"/>
              </a:rPr>
              <a:t> </a:t>
            </a:r>
            <a:r>
              <a:rPr sz="1800" spc="105" dirty="0">
                <a:solidFill>
                  <a:srgbClr val="FFFFFF"/>
                </a:solidFill>
                <a:latin typeface="Trebuchet MS"/>
                <a:cs typeface="Trebuchet MS"/>
              </a:rPr>
              <a:t>segment.</a:t>
            </a:r>
            <a:endParaRPr sz="1800">
              <a:latin typeface="Trebuchet MS"/>
              <a:cs typeface="Trebuchet MS"/>
            </a:endParaRPr>
          </a:p>
          <a:p>
            <a:pPr marL="12700">
              <a:lnSpc>
                <a:spcPct val="100000"/>
              </a:lnSpc>
              <a:spcBef>
                <a:spcPts val="315"/>
              </a:spcBef>
            </a:pPr>
            <a:r>
              <a:rPr sz="1800" spc="140" dirty="0">
                <a:solidFill>
                  <a:srgbClr val="FFFFFF"/>
                </a:solidFill>
                <a:latin typeface="Trebuchet MS"/>
                <a:cs typeface="Trebuchet MS"/>
              </a:rPr>
              <a:t>Sales</a:t>
            </a:r>
            <a:r>
              <a:rPr sz="1800" spc="-55" dirty="0">
                <a:solidFill>
                  <a:srgbClr val="FFFFFF"/>
                </a:solidFill>
                <a:latin typeface="Trebuchet MS"/>
                <a:cs typeface="Trebuchet MS"/>
              </a:rPr>
              <a:t> </a:t>
            </a:r>
            <a:r>
              <a:rPr sz="1800" spc="210" dirty="0">
                <a:solidFill>
                  <a:srgbClr val="FFFFFF"/>
                </a:solidFill>
                <a:latin typeface="Trebuchet MS"/>
                <a:cs typeface="Trebuchet MS"/>
              </a:rPr>
              <a:t>and</a:t>
            </a:r>
            <a:r>
              <a:rPr sz="1800" spc="-50" dirty="0">
                <a:solidFill>
                  <a:srgbClr val="FFFFFF"/>
                </a:solidFill>
                <a:latin typeface="Trebuchet MS"/>
                <a:cs typeface="Trebuchet MS"/>
              </a:rPr>
              <a:t> </a:t>
            </a:r>
            <a:r>
              <a:rPr sz="1800" spc="140" dirty="0">
                <a:solidFill>
                  <a:srgbClr val="FFFFFF"/>
                </a:solidFill>
                <a:latin typeface="Trebuchet MS"/>
                <a:cs typeface="Trebuchet MS"/>
              </a:rPr>
              <a:t>customer</a:t>
            </a:r>
            <a:r>
              <a:rPr sz="1800" spc="-55" dirty="0">
                <a:solidFill>
                  <a:srgbClr val="FFFFFF"/>
                </a:solidFill>
                <a:latin typeface="Trebuchet MS"/>
                <a:cs typeface="Trebuchet MS"/>
              </a:rPr>
              <a:t> </a:t>
            </a:r>
            <a:r>
              <a:rPr sz="1800" spc="50" dirty="0">
                <a:solidFill>
                  <a:srgbClr val="FFFFFF"/>
                </a:solidFill>
                <a:latin typeface="Trebuchet MS"/>
                <a:cs typeface="Trebuchet MS"/>
              </a:rPr>
              <a:t>activity</a:t>
            </a:r>
            <a:r>
              <a:rPr sz="1800" spc="-50" dirty="0">
                <a:solidFill>
                  <a:srgbClr val="FFFFFF"/>
                </a:solidFill>
                <a:latin typeface="Trebuchet MS"/>
                <a:cs typeface="Trebuchet MS"/>
              </a:rPr>
              <a:t> </a:t>
            </a:r>
            <a:r>
              <a:rPr sz="1800" spc="125" dirty="0">
                <a:solidFill>
                  <a:srgbClr val="FFFFFF"/>
                </a:solidFill>
                <a:latin typeface="Trebuchet MS"/>
                <a:cs typeface="Trebuchet MS"/>
              </a:rPr>
              <a:t>gradually</a:t>
            </a:r>
            <a:r>
              <a:rPr sz="1800" spc="-50" dirty="0">
                <a:solidFill>
                  <a:srgbClr val="FFFFFF"/>
                </a:solidFill>
                <a:latin typeface="Trebuchet MS"/>
                <a:cs typeface="Trebuchet MS"/>
              </a:rPr>
              <a:t> </a:t>
            </a:r>
            <a:r>
              <a:rPr sz="1800" spc="155" dirty="0">
                <a:solidFill>
                  <a:srgbClr val="FFFFFF"/>
                </a:solidFill>
                <a:latin typeface="Trebuchet MS"/>
                <a:cs typeface="Trebuchet MS"/>
              </a:rPr>
              <a:t>decrease</a:t>
            </a:r>
            <a:r>
              <a:rPr sz="1800" spc="-55" dirty="0">
                <a:solidFill>
                  <a:srgbClr val="FFFFFF"/>
                </a:solidFill>
                <a:latin typeface="Trebuchet MS"/>
                <a:cs typeface="Trebuchet MS"/>
              </a:rPr>
              <a:t> </a:t>
            </a:r>
            <a:r>
              <a:rPr sz="1800" spc="170" dirty="0">
                <a:solidFill>
                  <a:srgbClr val="FFFFFF"/>
                </a:solidFill>
                <a:latin typeface="Trebuchet MS"/>
                <a:cs typeface="Trebuchet MS"/>
              </a:rPr>
              <a:t>across</a:t>
            </a:r>
            <a:r>
              <a:rPr sz="1800" spc="-50" dirty="0">
                <a:solidFill>
                  <a:srgbClr val="FFFFFF"/>
                </a:solidFill>
                <a:latin typeface="Trebuchet MS"/>
                <a:cs typeface="Trebuchet MS"/>
              </a:rPr>
              <a:t> </a:t>
            </a:r>
            <a:r>
              <a:rPr sz="1800" spc="70" dirty="0">
                <a:solidFill>
                  <a:srgbClr val="FFFFFF"/>
                </a:solidFill>
                <a:latin typeface="Trebuchet MS"/>
                <a:cs typeface="Trebuchet MS"/>
              </a:rPr>
              <a:t>the</a:t>
            </a:r>
            <a:r>
              <a:rPr sz="1800" spc="-55" dirty="0">
                <a:solidFill>
                  <a:srgbClr val="FFFFFF"/>
                </a:solidFill>
                <a:latin typeface="Trebuchet MS"/>
                <a:cs typeface="Trebuchet MS"/>
              </a:rPr>
              <a:t> </a:t>
            </a:r>
            <a:r>
              <a:rPr sz="1800" spc="130" dirty="0">
                <a:solidFill>
                  <a:srgbClr val="FFFFFF"/>
                </a:solidFill>
                <a:latin typeface="Trebuchet MS"/>
                <a:cs typeface="Trebuchet MS"/>
              </a:rPr>
              <a:t>remaining</a:t>
            </a:r>
            <a:r>
              <a:rPr sz="1800" spc="-50" dirty="0">
                <a:solidFill>
                  <a:srgbClr val="FFFFFF"/>
                </a:solidFill>
                <a:latin typeface="Trebuchet MS"/>
                <a:cs typeface="Trebuchet MS"/>
              </a:rPr>
              <a:t> </a:t>
            </a:r>
            <a:r>
              <a:rPr sz="1800" spc="235" dirty="0">
                <a:solidFill>
                  <a:srgbClr val="FFFFFF"/>
                </a:solidFill>
                <a:latin typeface="Trebuchet MS"/>
                <a:cs typeface="Trebuchet MS"/>
              </a:rPr>
              <a:t>age</a:t>
            </a:r>
            <a:r>
              <a:rPr sz="1800" spc="-50" dirty="0">
                <a:solidFill>
                  <a:srgbClr val="FFFFFF"/>
                </a:solidFill>
                <a:latin typeface="Trebuchet MS"/>
                <a:cs typeface="Trebuchet MS"/>
              </a:rPr>
              <a:t> </a:t>
            </a:r>
            <a:r>
              <a:rPr sz="1800" spc="95" dirty="0">
                <a:solidFill>
                  <a:srgbClr val="FFFFFF"/>
                </a:solidFill>
                <a:latin typeface="Trebuchet MS"/>
                <a:cs typeface="Trebuchet MS"/>
              </a:rPr>
              <a:t>groups.</a:t>
            </a:r>
            <a:endParaRPr sz="1800">
              <a:latin typeface="Trebuchet MS"/>
              <a:cs typeface="Trebuchet MS"/>
            </a:endParaRPr>
          </a:p>
        </p:txBody>
      </p:sp>
      <p:sp>
        <p:nvSpPr>
          <p:cNvPr id="136" name="object 136"/>
          <p:cNvSpPr txBox="1"/>
          <p:nvPr/>
        </p:nvSpPr>
        <p:spPr>
          <a:xfrm>
            <a:off x="6063154" y="8765671"/>
            <a:ext cx="11960225" cy="968375"/>
          </a:xfrm>
          <a:prstGeom prst="rect">
            <a:avLst/>
          </a:prstGeom>
        </p:spPr>
        <p:txBody>
          <a:bodyPr vert="horz" wrap="square" lIns="0" tIns="52705" rIns="0" bIns="0" rtlCol="0">
            <a:spAutoFit/>
          </a:bodyPr>
          <a:lstStyle/>
          <a:p>
            <a:pPr marL="12700">
              <a:lnSpc>
                <a:spcPct val="100000"/>
              </a:lnSpc>
              <a:spcBef>
                <a:spcPts val="415"/>
              </a:spcBef>
            </a:pPr>
            <a:r>
              <a:rPr sz="1800" b="1" dirty="0">
                <a:solidFill>
                  <a:srgbClr val="FFFFFF"/>
                </a:solidFill>
                <a:latin typeface="Arial"/>
                <a:cs typeface="Arial"/>
              </a:rPr>
              <a:t>Business</a:t>
            </a:r>
            <a:r>
              <a:rPr sz="1800" b="1" spc="110" dirty="0">
                <a:solidFill>
                  <a:srgbClr val="FFFFFF"/>
                </a:solidFill>
                <a:latin typeface="Arial"/>
                <a:cs typeface="Arial"/>
              </a:rPr>
              <a:t> </a:t>
            </a:r>
            <a:r>
              <a:rPr sz="1800" b="1" spc="40" dirty="0">
                <a:solidFill>
                  <a:srgbClr val="FFFFFF"/>
                </a:solidFill>
                <a:latin typeface="Arial"/>
                <a:cs typeface="Arial"/>
              </a:rPr>
              <a:t>Insight:</a:t>
            </a:r>
            <a:endParaRPr sz="1800">
              <a:latin typeface="Arial"/>
              <a:cs typeface="Arial"/>
            </a:endParaRPr>
          </a:p>
          <a:p>
            <a:pPr marL="12700" marR="5080">
              <a:lnSpc>
                <a:spcPct val="114599"/>
              </a:lnSpc>
            </a:pPr>
            <a:r>
              <a:rPr sz="1800" spc="160" dirty="0">
                <a:solidFill>
                  <a:srgbClr val="FFFFFF"/>
                </a:solidFill>
                <a:latin typeface="Trebuchet MS"/>
                <a:cs typeface="Trebuchet MS"/>
              </a:rPr>
              <a:t>Customers</a:t>
            </a:r>
            <a:r>
              <a:rPr sz="1800" spc="235" dirty="0">
                <a:solidFill>
                  <a:srgbClr val="FFFFFF"/>
                </a:solidFill>
                <a:latin typeface="Trebuchet MS"/>
                <a:cs typeface="Trebuchet MS"/>
              </a:rPr>
              <a:t> </a:t>
            </a:r>
            <a:r>
              <a:rPr sz="1800" spc="225" dirty="0">
                <a:solidFill>
                  <a:srgbClr val="FFFFFF"/>
                </a:solidFill>
                <a:latin typeface="Trebuchet MS"/>
                <a:cs typeface="Trebuchet MS"/>
              </a:rPr>
              <a:t>aged</a:t>
            </a:r>
            <a:r>
              <a:rPr sz="1800" spc="235" dirty="0">
                <a:solidFill>
                  <a:srgbClr val="FFFFFF"/>
                </a:solidFill>
                <a:latin typeface="Trebuchet MS"/>
                <a:cs typeface="Trebuchet MS"/>
              </a:rPr>
              <a:t> </a:t>
            </a:r>
            <a:r>
              <a:rPr sz="1800" spc="80" dirty="0">
                <a:solidFill>
                  <a:srgbClr val="FFFFFF"/>
                </a:solidFill>
                <a:latin typeface="Trebuchet MS"/>
                <a:cs typeface="Trebuchet MS"/>
              </a:rPr>
              <a:t>21–</a:t>
            </a:r>
            <a:r>
              <a:rPr sz="1800" spc="135" dirty="0">
                <a:solidFill>
                  <a:srgbClr val="FFFFFF"/>
                </a:solidFill>
                <a:latin typeface="Trebuchet MS"/>
                <a:cs typeface="Trebuchet MS"/>
              </a:rPr>
              <a:t>30</a:t>
            </a:r>
            <a:r>
              <a:rPr sz="1800" spc="235" dirty="0">
                <a:solidFill>
                  <a:srgbClr val="FFFFFF"/>
                </a:solidFill>
                <a:latin typeface="Trebuchet MS"/>
                <a:cs typeface="Trebuchet MS"/>
              </a:rPr>
              <a:t> </a:t>
            </a:r>
            <a:r>
              <a:rPr sz="1800" spc="90" dirty="0">
                <a:solidFill>
                  <a:srgbClr val="FFFFFF"/>
                </a:solidFill>
                <a:latin typeface="Trebuchet MS"/>
                <a:cs typeface="Trebuchet MS"/>
              </a:rPr>
              <a:t>represent</a:t>
            </a:r>
            <a:r>
              <a:rPr sz="1800" spc="235" dirty="0">
                <a:solidFill>
                  <a:srgbClr val="FFFFFF"/>
                </a:solidFill>
                <a:latin typeface="Trebuchet MS"/>
                <a:cs typeface="Trebuchet MS"/>
              </a:rPr>
              <a:t> </a:t>
            </a:r>
            <a:r>
              <a:rPr sz="1800" spc="70" dirty="0">
                <a:solidFill>
                  <a:srgbClr val="FFFFFF"/>
                </a:solidFill>
                <a:latin typeface="Trebuchet MS"/>
                <a:cs typeface="Trebuchet MS"/>
              </a:rPr>
              <a:t>the</a:t>
            </a:r>
            <a:r>
              <a:rPr sz="1800" spc="235" dirty="0">
                <a:solidFill>
                  <a:srgbClr val="FFFFFF"/>
                </a:solidFill>
                <a:latin typeface="Trebuchet MS"/>
                <a:cs typeface="Trebuchet MS"/>
              </a:rPr>
              <a:t> </a:t>
            </a:r>
            <a:r>
              <a:rPr sz="1800" spc="185" dirty="0">
                <a:solidFill>
                  <a:srgbClr val="FFFFFF"/>
                </a:solidFill>
                <a:latin typeface="Trebuchet MS"/>
                <a:cs typeface="Trebuchet MS"/>
              </a:rPr>
              <a:t>company's</a:t>
            </a:r>
            <a:r>
              <a:rPr sz="1800" spc="235" dirty="0">
                <a:solidFill>
                  <a:srgbClr val="FFFFFF"/>
                </a:solidFill>
                <a:latin typeface="Trebuchet MS"/>
                <a:cs typeface="Trebuchet MS"/>
              </a:rPr>
              <a:t> </a:t>
            </a:r>
            <a:r>
              <a:rPr sz="1800" spc="110" dirty="0">
                <a:solidFill>
                  <a:srgbClr val="FFFFFF"/>
                </a:solidFill>
                <a:latin typeface="Trebuchet MS"/>
                <a:cs typeface="Trebuchet MS"/>
              </a:rPr>
              <a:t>primary</a:t>
            </a:r>
            <a:r>
              <a:rPr sz="1800" spc="235" dirty="0">
                <a:solidFill>
                  <a:srgbClr val="FFFFFF"/>
                </a:solidFill>
                <a:latin typeface="Trebuchet MS"/>
                <a:cs typeface="Trebuchet MS"/>
              </a:rPr>
              <a:t> </a:t>
            </a:r>
            <a:r>
              <a:rPr sz="1800" spc="140" dirty="0">
                <a:solidFill>
                  <a:srgbClr val="FFFFFF"/>
                </a:solidFill>
                <a:latin typeface="Trebuchet MS"/>
                <a:cs typeface="Trebuchet MS"/>
              </a:rPr>
              <a:t>customer</a:t>
            </a:r>
            <a:r>
              <a:rPr sz="1800" spc="235" dirty="0">
                <a:solidFill>
                  <a:srgbClr val="FFFFFF"/>
                </a:solidFill>
                <a:latin typeface="Trebuchet MS"/>
                <a:cs typeface="Trebuchet MS"/>
              </a:rPr>
              <a:t> </a:t>
            </a:r>
            <a:r>
              <a:rPr sz="1800" spc="114" dirty="0">
                <a:solidFill>
                  <a:srgbClr val="FFFFFF"/>
                </a:solidFill>
                <a:latin typeface="Trebuchet MS"/>
                <a:cs typeface="Trebuchet MS"/>
              </a:rPr>
              <a:t>segment.</a:t>
            </a:r>
            <a:r>
              <a:rPr sz="1800" spc="235" dirty="0">
                <a:solidFill>
                  <a:srgbClr val="FFFFFF"/>
                </a:solidFill>
                <a:latin typeface="Trebuchet MS"/>
                <a:cs typeface="Trebuchet MS"/>
              </a:rPr>
              <a:t> </a:t>
            </a:r>
            <a:r>
              <a:rPr sz="1800" dirty="0">
                <a:solidFill>
                  <a:srgbClr val="FFFFFF"/>
                </a:solidFill>
                <a:latin typeface="Trebuchet MS"/>
                <a:cs typeface="Trebuchet MS"/>
              </a:rPr>
              <a:t>Their</a:t>
            </a:r>
            <a:r>
              <a:rPr sz="1800" spc="235" dirty="0">
                <a:solidFill>
                  <a:srgbClr val="FFFFFF"/>
                </a:solidFill>
                <a:latin typeface="Trebuchet MS"/>
                <a:cs typeface="Trebuchet MS"/>
              </a:rPr>
              <a:t> </a:t>
            </a:r>
            <a:r>
              <a:rPr sz="1800" spc="105" dirty="0">
                <a:solidFill>
                  <a:srgbClr val="FFFFFF"/>
                </a:solidFill>
                <a:latin typeface="Trebuchet MS"/>
                <a:cs typeface="Trebuchet MS"/>
              </a:rPr>
              <a:t>higher</a:t>
            </a:r>
            <a:r>
              <a:rPr sz="1800" spc="235" dirty="0">
                <a:solidFill>
                  <a:srgbClr val="FFFFFF"/>
                </a:solidFill>
                <a:latin typeface="Trebuchet MS"/>
                <a:cs typeface="Trebuchet MS"/>
              </a:rPr>
              <a:t> </a:t>
            </a:r>
            <a:r>
              <a:rPr sz="1800" spc="145" dirty="0">
                <a:solidFill>
                  <a:srgbClr val="FFFFFF"/>
                </a:solidFill>
                <a:latin typeface="Trebuchet MS"/>
                <a:cs typeface="Trebuchet MS"/>
              </a:rPr>
              <a:t>purchasing </a:t>
            </a:r>
            <a:r>
              <a:rPr sz="1800" spc="65" dirty="0">
                <a:solidFill>
                  <a:srgbClr val="FFFFFF"/>
                </a:solidFill>
                <a:latin typeface="Trebuchet MS"/>
                <a:cs typeface="Trebuchet MS"/>
              </a:rPr>
              <a:t>frequency,</a:t>
            </a:r>
            <a:r>
              <a:rPr sz="1800" spc="5" dirty="0">
                <a:solidFill>
                  <a:srgbClr val="FFFFFF"/>
                </a:solidFill>
                <a:latin typeface="Trebuchet MS"/>
                <a:cs typeface="Trebuchet MS"/>
              </a:rPr>
              <a:t> </a:t>
            </a:r>
            <a:r>
              <a:rPr sz="1800" spc="100" dirty="0">
                <a:solidFill>
                  <a:srgbClr val="FFFFFF"/>
                </a:solidFill>
                <a:latin typeface="Trebuchet MS"/>
                <a:cs typeface="Trebuchet MS"/>
              </a:rPr>
              <a:t>greater</a:t>
            </a:r>
            <a:r>
              <a:rPr sz="1800" spc="10" dirty="0">
                <a:solidFill>
                  <a:srgbClr val="FFFFFF"/>
                </a:solidFill>
                <a:latin typeface="Trebuchet MS"/>
                <a:cs typeface="Trebuchet MS"/>
              </a:rPr>
              <a:t> </a:t>
            </a:r>
            <a:r>
              <a:rPr sz="1800" spc="120" dirty="0">
                <a:solidFill>
                  <a:srgbClr val="FFFFFF"/>
                </a:solidFill>
                <a:latin typeface="Trebuchet MS"/>
                <a:cs typeface="Trebuchet MS"/>
              </a:rPr>
              <a:t>product</a:t>
            </a:r>
            <a:r>
              <a:rPr sz="1800" spc="10" dirty="0">
                <a:solidFill>
                  <a:srgbClr val="FFFFFF"/>
                </a:solidFill>
                <a:latin typeface="Trebuchet MS"/>
                <a:cs typeface="Trebuchet MS"/>
              </a:rPr>
              <a:t> </a:t>
            </a:r>
            <a:r>
              <a:rPr sz="1800" spc="140" dirty="0">
                <a:solidFill>
                  <a:srgbClr val="FFFFFF"/>
                </a:solidFill>
                <a:latin typeface="Trebuchet MS"/>
                <a:cs typeface="Trebuchet MS"/>
              </a:rPr>
              <a:t>demand,</a:t>
            </a:r>
            <a:r>
              <a:rPr sz="1800" spc="10" dirty="0">
                <a:solidFill>
                  <a:srgbClr val="FFFFFF"/>
                </a:solidFill>
                <a:latin typeface="Trebuchet MS"/>
                <a:cs typeface="Trebuchet MS"/>
              </a:rPr>
              <a:t> </a:t>
            </a:r>
            <a:r>
              <a:rPr sz="1800" spc="210" dirty="0">
                <a:solidFill>
                  <a:srgbClr val="FFFFFF"/>
                </a:solidFill>
                <a:latin typeface="Trebuchet MS"/>
                <a:cs typeface="Trebuchet MS"/>
              </a:rPr>
              <a:t>and</a:t>
            </a:r>
            <a:r>
              <a:rPr sz="1800" spc="10" dirty="0">
                <a:solidFill>
                  <a:srgbClr val="FFFFFF"/>
                </a:solidFill>
                <a:latin typeface="Trebuchet MS"/>
                <a:cs typeface="Trebuchet MS"/>
              </a:rPr>
              <a:t> </a:t>
            </a:r>
            <a:r>
              <a:rPr sz="1800" spc="105" dirty="0">
                <a:solidFill>
                  <a:srgbClr val="FFFFFF"/>
                </a:solidFill>
                <a:latin typeface="Trebuchet MS"/>
                <a:cs typeface="Trebuchet MS"/>
              </a:rPr>
              <a:t>stronger</a:t>
            </a:r>
            <a:r>
              <a:rPr sz="1800" spc="10" dirty="0">
                <a:solidFill>
                  <a:srgbClr val="FFFFFF"/>
                </a:solidFill>
                <a:latin typeface="Trebuchet MS"/>
                <a:cs typeface="Trebuchet MS"/>
              </a:rPr>
              <a:t> </a:t>
            </a:r>
            <a:r>
              <a:rPr sz="1800" spc="110" dirty="0">
                <a:solidFill>
                  <a:srgbClr val="FFFFFF"/>
                </a:solidFill>
                <a:latin typeface="Trebuchet MS"/>
                <a:cs typeface="Trebuchet MS"/>
              </a:rPr>
              <a:t>revenue</a:t>
            </a:r>
            <a:r>
              <a:rPr sz="1800" spc="10" dirty="0">
                <a:solidFill>
                  <a:srgbClr val="FFFFFF"/>
                </a:solidFill>
                <a:latin typeface="Trebuchet MS"/>
                <a:cs typeface="Trebuchet MS"/>
              </a:rPr>
              <a:t> </a:t>
            </a:r>
            <a:r>
              <a:rPr sz="1800" spc="75" dirty="0">
                <a:solidFill>
                  <a:srgbClr val="FFFFFF"/>
                </a:solidFill>
                <a:latin typeface="Trebuchet MS"/>
                <a:cs typeface="Trebuchet MS"/>
              </a:rPr>
              <a:t>contribution</a:t>
            </a:r>
            <a:r>
              <a:rPr sz="1800" spc="10" dirty="0">
                <a:solidFill>
                  <a:srgbClr val="FFFFFF"/>
                </a:solidFill>
                <a:latin typeface="Trebuchet MS"/>
                <a:cs typeface="Trebuchet MS"/>
              </a:rPr>
              <a:t> </a:t>
            </a:r>
            <a:r>
              <a:rPr sz="1800" spc="90" dirty="0">
                <a:solidFill>
                  <a:srgbClr val="FFFFFF"/>
                </a:solidFill>
                <a:latin typeface="Trebuchet MS"/>
                <a:cs typeface="Trebuchet MS"/>
              </a:rPr>
              <a:t>indicate</a:t>
            </a:r>
            <a:r>
              <a:rPr sz="1800" spc="10" dirty="0">
                <a:solidFill>
                  <a:srgbClr val="FFFFFF"/>
                </a:solidFill>
                <a:latin typeface="Trebuchet MS"/>
                <a:cs typeface="Trebuchet MS"/>
              </a:rPr>
              <a:t> </a:t>
            </a:r>
            <a:r>
              <a:rPr sz="1800" spc="70" dirty="0">
                <a:solidFill>
                  <a:srgbClr val="FFFFFF"/>
                </a:solidFill>
                <a:latin typeface="Trebuchet MS"/>
                <a:cs typeface="Trebuchet MS"/>
              </a:rPr>
              <a:t>that</a:t>
            </a:r>
            <a:r>
              <a:rPr sz="1800" spc="10" dirty="0">
                <a:solidFill>
                  <a:srgbClr val="FFFFFF"/>
                </a:solidFill>
                <a:latin typeface="Trebuchet MS"/>
                <a:cs typeface="Trebuchet MS"/>
              </a:rPr>
              <a:t> </a:t>
            </a:r>
            <a:r>
              <a:rPr sz="1800" spc="85" dirty="0">
                <a:solidFill>
                  <a:srgbClr val="FFFFFF"/>
                </a:solidFill>
                <a:latin typeface="Trebuchet MS"/>
                <a:cs typeface="Trebuchet MS"/>
              </a:rPr>
              <a:t>they</a:t>
            </a:r>
            <a:r>
              <a:rPr sz="1800" spc="10" dirty="0">
                <a:solidFill>
                  <a:srgbClr val="FFFFFF"/>
                </a:solidFill>
                <a:latin typeface="Trebuchet MS"/>
                <a:cs typeface="Trebuchet MS"/>
              </a:rPr>
              <a:t> </a:t>
            </a:r>
            <a:r>
              <a:rPr sz="1800" spc="125" dirty="0">
                <a:solidFill>
                  <a:srgbClr val="FFFFFF"/>
                </a:solidFill>
                <a:latin typeface="Trebuchet MS"/>
                <a:cs typeface="Trebuchet MS"/>
              </a:rPr>
              <a:t>play</a:t>
            </a:r>
            <a:r>
              <a:rPr sz="1800" spc="10" dirty="0">
                <a:solidFill>
                  <a:srgbClr val="FFFFFF"/>
                </a:solidFill>
                <a:latin typeface="Trebuchet MS"/>
                <a:cs typeface="Trebuchet MS"/>
              </a:rPr>
              <a:t> </a:t>
            </a:r>
            <a:r>
              <a:rPr sz="1800" spc="265" dirty="0">
                <a:solidFill>
                  <a:srgbClr val="FFFFFF"/>
                </a:solidFill>
                <a:latin typeface="Trebuchet MS"/>
                <a:cs typeface="Trebuchet MS"/>
              </a:rPr>
              <a:t>a</a:t>
            </a:r>
            <a:r>
              <a:rPr sz="1800" spc="10" dirty="0">
                <a:solidFill>
                  <a:srgbClr val="FFFFFF"/>
                </a:solidFill>
                <a:latin typeface="Trebuchet MS"/>
                <a:cs typeface="Trebuchet MS"/>
              </a:rPr>
              <a:t> </a:t>
            </a:r>
            <a:r>
              <a:rPr sz="1800" spc="80" dirty="0">
                <a:solidFill>
                  <a:srgbClr val="FFFFFF"/>
                </a:solidFill>
                <a:latin typeface="Trebuchet MS"/>
                <a:cs typeface="Trebuchet MS"/>
              </a:rPr>
              <a:t>crucial</a:t>
            </a:r>
            <a:endParaRPr sz="1800">
              <a:latin typeface="Trebuchet MS"/>
              <a:cs typeface="Trebuchet MS"/>
            </a:endParaRPr>
          </a:p>
        </p:txBody>
      </p:sp>
      <p:sp>
        <p:nvSpPr>
          <p:cNvPr id="137" name="object 137"/>
          <p:cNvSpPr txBox="1"/>
          <p:nvPr/>
        </p:nvSpPr>
        <p:spPr>
          <a:xfrm>
            <a:off x="6063154" y="9748651"/>
            <a:ext cx="6843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role</a:t>
            </a:r>
            <a:r>
              <a:rPr sz="1800" spc="-10" dirty="0">
                <a:solidFill>
                  <a:srgbClr val="FFFFFF"/>
                </a:solidFill>
                <a:latin typeface="Trebuchet MS"/>
                <a:cs typeface="Trebuchet MS"/>
              </a:rPr>
              <a:t> </a:t>
            </a:r>
            <a:r>
              <a:rPr sz="1800" dirty="0">
                <a:solidFill>
                  <a:srgbClr val="FFFFFF"/>
                </a:solidFill>
                <a:latin typeface="Trebuchet MS"/>
                <a:cs typeface="Trebuchet MS"/>
              </a:rPr>
              <a:t>in</a:t>
            </a:r>
            <a:r>
              <a:rPr sz="1800" spc="-5" dirty="0">
                <a:solidFill>
                  <a:srgbClr val="FFFFFF"/>
                </a:solidFill>
                <a:latin typeface="Trebuchet MS"/>
                <a:cs typeface="Trebuchet MS"/>
              </a:rPr>
              <a:t> </a:t>
            </a:r>
            <a:r>
              <a:rPr sz="1800" spc="65" dirty="0">
                <a:solidFill>
                  <a:srgbClr val="FFFFFF"/>
                </a:solidFill>
                <a:latin typeface="Trebuchet MS"/>
                <a:cs typeface="Trebuchet MS"/>
              </a:rPr>
              <a:t>overall</a:t>
            </a:r>
            <a:r>
              <a:rPr sz="1800" spc="-5" dirty="0">
                <a:solidFill>
                  <a:srgbClr val="FFFFFF"/>
                </a:solidFill>
                <a:latin typeface="Trebuchet MS"/>
                <a:cs typeface="Trebuchet MS"/>
              </a:rPr>
              <a:t> </a:t>
            </a:r>
            <a:r>
              <a:rPr sz="1800" spc="150" dirty="0">
                <a:solidFill>
                  <a:srgbClr val="FFFFFF"/>
                </a:solidFill>
                <a:latin typeface="Trebuchet MS"/>
                <a:cs typeface="Trebuchet MS"/>
              </a:rPr>
              <a:t>business</a:t>
            </a:r>
            <a:r>
              <a:rPr sz="1800" spc="-5" dirty="0">
                <a:solidFill>
                  <a:srgbClr val="FFFFFF"/>
                </a:solidFill>
                <a:latin typeface="Trebuchet MS"/>
                <a:cs typeface="Trebuchet MS"/>
              </a:rPr>
              <a:t> </a:t>
            </a:r>
            <a:r>
              <a:rPr sz="1800" spc="130" dirty="0">
                <a:solidFill>
                  <a:srgbClr val="FFFFFF"/>
                </a:solidFill>
                <a:latin typeface="Trebuchet MS"/>
                <a:cs typeface="Trebuchet MS"/>
              </a:rPr>
              <a:t>performance</a:t>
            </a:r>
            <a:r>
              <a:rPr sz="1800" spc="-5" dirty="0">
                <a:solidFill>
                  <a:srgbClr val="FFFFFF"/>
                </a:solidFill>
                <a:latin typeface="Trebuchet MS"/>
                <a:cs typeface="Trebuchet MS"/>
              </a:rPr>
              <a:t> </a:t>
            </a:r>
            <a:r>
              <a:rPr sz="1800" spc="210" dirty="0">
                <a:solidFill>
                  <a:srgbClr val="FFFFFF"/>
                </a:solidFill>
                <a:latin typeface="Trebuchet MS"/>
                <a:cs typeface="Trebuchet MS"/>
              </a:rPr>
              <a:t>and</a:t>
            </a:r>
            <a:r>
              <a:rPr sz="1800" spc="-5" dirty="0">
                <a:solidFill>
                  <a:srgbClr val="FFFFFF"/>
                </a:solidFill>
                <a:latin typeface="Trebuchet MS"/>
                <a:cs typeface="Trebuchet MS"/>
              </a:rPr>
              <a:t> </a:t>
            </a:r>
            <a:r>
              <a:rPr sz="1800" spc="175" dirty="0">
                <a:solidFill>
                  <a:srgbClr val="FFFFFF"/>
                </a:solidFill>
                <a:latin typeface="Trebuchet MS"/>
                <a:cs typeface="Trebuchet MS"/>
              </a:rPr>
              <a:t>long-</a:t>
            </a:r>
            <a:r>
              <a:rPr sz="1800" spc="90" dirty="0">
                <a:solidFill>
                  <a:srgbClr val="FFFFFF"/>
                </a:solidFill>
                <a:latin typeface="Trebuchet MS"/>
                <a:cs typeface="Trebuchet MS"/>
              </a:rPr>
              <a:t>term</a:t>
            </a:r>
            <a:r>
              <a:rPr sz="1800" spc="-5" dirty="0">
                <a:solidFill>
                  <a:srgbClr val="FFFFFF"/>
                </a:solidFill>
                <a:latin typeface="Trebuchet MS"/>
                <a:cs typeface="Trebuchet MS"/>
              </a:rPr>
              <a:t> </a:t>
            </a:r>
            <a:r>
              <a:rPr sz="1800" spc="45" dirty="0">
                <a:solidFill>
                  <a:srgbClr val="FFFFFF"/>
                </a:solidFill>
                <a:latin typeface="Trebuchet MS"/>
                <a:cs typeface="Trebuchet MS"/>
              </a:rPr>
              <a:t>growth.</a:t>
            </a:r>
            <a:endParaRPr sz="180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344" y="0"/>
            <a:ext cx="18054320" cy="10287000"/>
            <a:chOff x="0" y="0"/>
            <a:chExt cx="18054320" cy="10287000"/>
          </a:xfrm>
        </p:grpSpPr>
        <p:pic>
          <p:nvPicPr>
            <p:cNvPr id="3" name="object 3"/>
            <p:cNvPicPr/>
            <p:nvPr/>
          </p:nvPicPr>
          <p:blipFill>
            <a:blip r:embed="rId2" cstate="print"/>
            <a:stretch>
              <a:fillRect/>
            </a:stretch>
          </p:blipFill>
          <p:spPr>
            <a:xfrm>
              <a:off x="0" y="0"/>
              <a:ext cx="18042434" cy="10287000"/>
            </a:xfrm>
            <a:prstGeom prst="rect">
              <a:avLst/>
            </a:prstGeom>
          </p:spPr>
        </p:pic>
        <p:pic>
          <p:nvPicPr>
            <p:cNvPr id="4" name="object 4"/>
            <p:cNvPicPr/>
            <p:nvPr/>
          </p:nvPicPr>
          <p:blipFill>
            <a:blip r:embed="rId3" cstate="print"/>
            <a:stretch>
              <a:fillRect/>
            </a:stretch>
          </p:blipFill>
          <p:spPr>
            <a:xfrm>
              <a:off x="181701" y="232372"/>
              <a:ext cx="7115174" cy="6438899"/>
            </a:xfrm>
            <a:prstGeom prst="rect">
              <a:avLst/>
            </a:prstGeom>
          </p:spPr>
        </p:pic>
        <p:pic>
          <p:nvPicPr>
            <p:cNvPr id="5" name="object 5"/>
            <p:cNvPicPr/>
            <p:nvPr/>
          </p:nvPicPr>
          <p:blipFill>
            <a:blip r:embed="rId4" cstate="print"/>
            <a:stretch>
              <a:fillRect/>
            </a:stretch>
          </p:blipFill>
          <p:spPr>
            <a:xfrm>
              <a:off x="7490636" y="232372"/>
              <a:ext cx="10563224" cy="6191249"/>
            </a:xfrm>
            <a:prstGeom prst="rect">
              <a:avLst/>
            </a:prstGeom>
          </p:spPr>
        </p:pic>
      </p:grpSp>
      <p:sp>
        <p:nvSpPr>
          <p:cNvPr id="6" name="object 6"/>
          <p:cNvSpPr txBox="1"/>
          <p:nvPr/>
        </p:nvSpPr>
        <p:spPr>
          <a:xfrm>
            <a:off x="472610" y="6784872"/>
            <a:ext cx="6530975" cy="1671320"/>
          </a:xfrm>
          <a:prstGeom prst="rect">
            <a:avLst/>
          </a:prstGeom>
        </p:spPr>
        <p:txBody>
          <a:bodyPr vert="horz" wrap="square" lIns="0" tIns="139700" rIns="0" bIns="0" rtlCol="0">
            <a:spAutoFit/>
          </a:bodyPr>
          <a:lstStyle/>
          <a:p>
            <a:pPr marL="1634489" marR="5080" indent="-1622425">
              <a:lnSpc>
                <a:spcPts val="6000"/>
              </a:lnSpc>
              <a:spcBef>
                <a:spcPts val="1100"/>
              </a:spcBef>
            </a:pPr>
            <a:r>
              <a:rPr sz="5800" b="1" spc="405" dirty="0">
                <a:solidFill>
                  <a:srgbClr val="FFFFFF"/>
                </a:solidFill>
                <a:latin typeface="Arial"/>
                <a:cs typeface="Arial"/>
              </a:rPr>
              <a:t>Payment</a:t>
            </a:r>
            <a:r>
              <a:rPr sz="5800" b="1" spc="-380" dirty="0">
                <a:solidFill>
                  <a:srgbClr val="FFFFFF"/>
                </a:solidFill>
                <a:latin typeface="Arial"/>
                <a:cs typeface="Arial"/>
              </a:rPr>
              <a:t> </a:t>
            </a:r>
            <a:r>
              <a:rPr sz="5800" b="1" spc="335" dirty="0">
                <a:solidFill>
                  <a:srgbClr val="FFFFFF"/>
                </a:solidFill>
                <a:latin typeface="Arial"/>
                <a:cs typeface="Arial"/>
              </a:rPr>
              <a:t>Method </a:t>
            </a:r>
            <a:r>
              <a:rPr sz="5800" b="1" spc="204" dirty="0">
                <a:solidFill>
                  <a:srgbClr val="FFFFFF"/>
                </a:solidFill>
                <a:latin typeface="Arial"/>
                <a:cs typeface="Arial"/>
              </a:rPr>
              <a:t>Analysis</a:t>
            </a:r>
            <a:endParaRPr sz="5800">
              <a:latin typeface="Arial"/>
              <a:cs typeface="Arial"/>
            </a:endParaRPr>
          </a:p>
        </p:txBody>
      </p:sp>
      <p:sp>
        <p:nvSpPr>
          <p:cNvPr id="7" name="object 7"/>
          <p:cNvSpPr txBox="1"/>
          <p:nvPr/>
        </p:nvSpPr>
        <p:spPr>
          <a:xfrm>
            <a:off x="7281760" y="6794473"/>
            <a:ext cx="1646555" cy="321310"/>
          </a:xfrm>
          <a:prstGeom prst="rect">
            <a:avLst/>
          </a:prstGeom>
        </p:spPr>
        <p:txBody>
          <a:bodyPr vert="horz" wrap="square" lIns="0" tIns="11430" rIns="0" bIns="0" rtlCol="0">
            <a:spAutoFit/>
          </a:bodyPr>
          <a:lstStyle/>
          <a:p>
            <a:pPr marL="12700">
              <a:lnSpc>
                <a:spcPct val="100000"/>
              </a:lnSpc>
              <a:spcBef>
                <a:spcPts val="90"/>
              </a:spcBef>
            </a:pPr>
            <a:r>
              <a:rPr sz="1950" spc="210" dirty="0">
                <a:solidFill>
                  <a:srgbClr val="FFFFFF"/>
                </a:solidFill>
                <a:latin typeface="Segoe UI Symbol"/>
                <a:cs typeface="Segoe UI Symbol"/>
              </a:rPr>
              <a:t>📊</a:t>
            </a:r>
            <a:r>
              <a:rPr sz="1950" spc="-200" dirty="0">
                <a:solidFill>
                  <a:srgbClr val="FFFFFF"/>
                </a:solidFill>
                <a:latin typeface="Segoe UI Symbol"/>
                <a:cs typeface="Segoe UI Symbol"/>
              </a:rPr>
              <a:t> </a:t>
            </a:r>
            <a:r>
              <a:rPr sz="1700" spc="-90" dirty="0">
                <a:solidFill>
                  <a:srgbClr val="FFFFFF"/>
                </a:solidFill>
                <a:latin typeface="Arial Black"/>
                <a:cs typeface="Arial Black"/>
              </a:rPr>
              <a:t>Observation</a:t>
            </a:r>
            <a:endParaRPr sz="1700" dirty="0">
              <a:latin typeface="Arial Black"/>
              <a:cs typeface="Arial Black"/>
            </a:endParaRPr>
          </a:p>
        </p:txBody>
      </p:sp>
      <p:grpSp>
        <p:nvGrpSpPr>
          <p:cNvPr id="8" name="object 8"/>
          <p:cNvGrpSpPr/>
          <p:nvPr/>
        </p:nvGrpSpPr>
        <p:grpSpPr>
          <a:xfrm>
            <a:off x="7446860" y="7234547"/>
            <a:ext cx="76200" cy="1257300"/>
            <a:chOff x="7446860" y="7234547"/>
            <a:chExt cx="76200" cy="1257300"/>
          </a:xfrm>
        </p:grpSpPr>
        <p:pic>
          <p:nvPicPr>
            <p:cNvPr id="9" name="object 9"/>
            <p:cNvPicPr/>
            <p:nvPr/>
          </p:nvPicPr>
          <p:blipFill>
            <a:blip r:embed="rId5" cstate="print"/>
            <a:stretch>
              <a:fillRect/>
            </a:stretch>
          </p:blipFill>
          <p:spPr>
            <a:xfrm>
              <a:off x="7446860" y="7234547"/>
              <a:ext cx="76200" cy="76199"/>
            </a:xfrm>
            <a:prstGeom prst="rect">
              <a:avLst/>
            </a:prstGeom>
          </p:spPr>
        </p:pic>
        <p:pic>
          <p:nvPicPr>
            <p:cNvPr id="10" name="object 10"/>
            <p:cNvPicPr/>
            <p:nvPr/>
          </p:nvPicPr>
          <p:blipFill>
            <a:blip r:embed="rId5" cstate="print"/>
            <a:stretch>
              <a:fillRect/>
            </a:stretch>
          </p:blipFill>
          <p:spPr>
            <a:xfrm>
              <a:off x="7446860" y="7529822"/>
              <a:ext cx="76200" cy="76199"/>
            </a:xfrm>
            <a:prstGeom prst="rect">
              <a:avLst/>
            </a:prstGeom>
          </p:spPr>
        </p:pic>
        <p:pic>
          <p:nvPicPr>
            <p:cNvPr id="11" name="object 11"/>
            <p:cNvPicPr/>
            <p:nvPr/>
          </p:nvPicPr>
          <p:blipFill>
            <a:blip r:embed="rId5" cstate="print"/>
            <a:stretch>
              <a:fillRect/>
            </a:stretch>
          </p:blipFill>
          <p:spPr>
            <a:xfrm>
              <a:off x="7446860" y="7825097"/>
              <a:ext cx="76200" cy="76199"/>
            </a:xfrm>
            <a:prstGeom prst="rect">
              <a:avLst/>
            </a:prstGeom>
          </p:spPr>
        </p:pic>
        <p:pic>
          <p:nvPicPr>
            <p:cNvPr id="12" name="object 12"/>
            <p:cNvPicPr/>
            <p:nvPr/>
          </p:nvPicPr>
          <p:blipFill>
            <a:blip r:embed="rId5" cstate="print"/>
            <a:stretch>
              <a:fillRect/>
            </a:stretch>
          </p:blipFill>
          <p:spPr>
            <a:xfrm>
              <a:off x="7446860" y="8415647"/>
              <a:ext cx="76200" cy="76199"/>
            </a:xfrm>
            <a:prstGeom prst="rect">
              <a:avLst/>
            </a:prstGeom>
          </p:spPr>
        </p:pic>
      </p:grpSp>
      <p:sp>
        <p:nvSpPr>
          <p:cNvPr id="13" name="object 13"/>
          <p:cNvSpPr txBox="1"/>
          <p:nvPr/>
        </p:nvSpPr>
        <p:spPr>
          <a:xfrm>
            <a:off x="7648770" y="7084039"/>
            <a:ext cx="9413875" cy="1772858"/>
          </a:xfrm>
          <a:prstGeom prst="rect">
            <a:avLst/>
          </a:prstGeom>
        </p:spPr>
        <p:txBody>
          <a:bodyPr vert="horz" wrap="square" lIns="0" tIns="12700" rIns="0" bIns="0" rtlCol="0">
            <a:spAutoFit/>
          </a:bodyPr>
          <a:lstStyle/>
          <a:p>
            <a:pPr marL="12700" marR="2385695">
              <a:lnSpc>
                <a:spcPct val="113999"/>
              </a:lnSpc>
              <a:spcBef>
                <a:spcPts val="100"/>
              </a:spcBef>
            </a:pPr>
            <a:r>
              <a:rPr sz="1700" spc="-50" dirty="0">
                <a:solidFill>
                  <a:srgbClr val="FFFFFF"/>
                </a:solidFill>
                <a:latin typeface="Verdana"/>
                <a:cs typeface="Verdana"/>
              </a:rPr>
              <a:t>Cash</a:t>
            </a:r>
            <a:r>
              <a:rPr sz="1700" spc="-145" dirty="0">
                <a:solidFill>
                  <a:srgbClr val="FFFFFF"/>
                </a:solidFill>
                <a:latin typeface="Verdana"/>
                <a:cs typeface="Verdana"/>
              </a:rPr>
              <a:t> </a:t>
            </a:r>
            <a:r>
              <a:rPr sz="1700" spc="-55" dirty="0">
                <a:solidFill>
                  <a:srgbClr val="FFFFFF"/>
                </a:solidFill>
                <a:latin typeface="Verdana"/>
                <a:cs typeface="Verdana"/>
              </a:rPr>
              <a:t>generated</a:t>
            </a:r>
            <a:r>
              <a:rPr sz="1700" spc="-145" dirty="0">
                <a:solidFill>
                  <a:srgbClr val="FFFFFF"/>
                </a:solidFill>
                <a:latin typeface="Verdana"/>
                <a:cs typeface="Verdana"/>
              </a:rPr>
              <a:t> </a:t>
            </a:r>
            <a:r>
              <a:rPr sz="1700" spc="-25" dirty="0">
                <a:solidFill>
                  <a:srgbClr val="FFFFFF"/>
                </a:solidFill>
                <a:latin typeface="Verdana"/>
                <a:cs typeface="Verdana"/>
              </a:rPr>
              <a:t>the</a:t>
            </a:r>
            <a:r>
              <a:rPr sz="1700" spc="-145" dirty="0">
                <a:solidFill>
                  <a:srgbClr val="FFFFFF"/>
                </a:solidFill>
                <a:latin typeface="Verdana"/>
                <a:cs typeface="Verdana"/>
              </a:rPr>
              <a:t> </a:t>
            </a:r>
            <a:r>
              <a:rPr sz="1700" spc="-45" dirty="0">
                <a:solidFill>
                  <a:srgbClr val="FFFFFF"/>
                </a:solidFill>
                <a:latin typeface="Verdana"/>
                <a:cs typeface="Verdana"/>
              </a:rPr>
              <a:t>highest</a:t>
            </a:r>
            <a:r>
              <a:rPr sz="1700" spc="-145" dirty="0">
                <a:solidFill>
                  <a:srgbClr val="FFFFFF"/>
                </a:solidFill>
                <a:latin typeface="Verdana"/>
                <a:cs typeface="Verdana"/>
              </a:rPr>
              <a:t> </a:t>
            </a:r>
            <a:r>
              <a:rPr sz="1700" spc="-50" dirty="0">
                <a:solidFill>
                  <a:srgbClr val="FFFFFF"/>
                </a:solidFill>
                <a:latin typeface="Verdana"/>
                <a:cs typeface="Verdana"/>
              </a:rPr>
              <a:t>revenue</a:t>
            </a:r>
            <a:r>
              <a:rPr sz="1700" spc="-145" dirty="0">
                <a:solidFill>
                  <a:srgbClr val="FFFFFF"/>
                </a:solidFill>
                <a:latin typeface="Verdana"/>
                <a:cs typeface="Verdana"/>
              </a:rPr>
              <a:t> </a:t>
            </a:r>
            <a:r>
              <a:rPr sz="1700" spc="-75" dirty="0">
                <a:solidFill>
                  <a:srgbClr val="FFFFFF"/>
                </a:solidFill>
                <a:latin typeface="Verdana"/>
                <a:cs typeface="Verdana"/>
              </a:rPr>
              <a:t>among</a:t>
            </a:r>
            <a:r>
              <a:rPr sz="1700" spc="-145" dirty="0">
                <a:solidFill>
                  <a:srgbClr val="FFFFFF"/>
                </a:solidFill>
                <a:latin typeface="Verdana"/>
                <a:cs typeface="Verdana"/>
              </a:rPr>
              <a:t> </a:t>
            </a:r>
            <a:r>
              <a:rPr sz="1700" spc="-10" dirty="0">
                <a:solidFill>
                  <a:srgbClr val="FFFFFF"/>
                </a:solidFill>
                <a:latin typeface="Verdana"/>
                <a:cs typeface="Verdana"/>
              </a:rPr>
              <a:t>all</a:t>
            </a:r>
            <a:r>
              <a:rPr sz="1700" spc="-145" dirty="0">
                <a:solidFill>
                  <a:srgbClr val="FFFFFF"/>
                </a:solidFill>
                <a:latin typeface="Verdana"/>
                <a:cs typeface="Verdana"/>
              </a:rPr>
              <a:t> </a:t>
            </a:r>
            <a:r>
              <a:rPr sz="1700" spc="-50" dirty="0">
                <a:solidFill>
                  <a:srgbClr val="FFFFFF"/>
                </a:solidFill>
                <a:latin typeface="Verdana"/>
                <a:cs typeface="Verdana"/>
              </a:rPr>
              <a:t>payment</a:t>
            </a:r>
            <a:r>
              <a:rPr sz="1700" spc="-145" dirty="0">
                <a:solidFill>
                  <a:srgbClr val="FFFFFF"/>
                </a:solidFill>
                <a:latin typeface="Verdana"/>
                <a:cs typeface="Verdana"/>
              </a:rPr>
              <a:t> </a:t>
            </a:r>
            <a:r>
              <a:rPr sz="1700" spc="-10" dirty="0">
                <a:solidFill>
                  <a:srgbClr val="FFFFFF"/>
                </a:solidFill>
                <a:latin typeface="Verdana"/>
                <a:cs typeface="Verdana"/>
              </a:rPr>
              <a:t>methods. </a:t>
            </a:r>
            <a:r>
              <a:rPr sz="1700" spc="-50" dirty="0">
                <a:solidFill>
                  <a:srgbClr val="FFFFFF"/>
                </a:solidFill>
                <a:latin typeface="Verdana"/>
                <a:cs typeface="Verdana"/>
              </a:rPr>
              <a:t>Cash</a:t>
            </a:r>
            <a:r>
              <a:rPr sz="1700" spc="-145" dirty="0">
                <a:solidFill>
                  <a:srgbClr val="FFFFFF"/>
                </a:solidFill>
                <a:latin typeface="Verdana"/>
                <a:cs typeface="Verdana"/>
              </a:rPr>
              <a:t> </a:t>
            </a:r>
            <a:r>
              <a:rPr sz="1700" spc="-75" dirty="0">
                <a:solidFill>
                  <a:srgbClr val="FFFFFF"/>
                </a:solidFill>
                <a:latin typeface="Verdana"/>
                <a:cs typeface="Verdana"/>
              </a:rPr>
              <a:t>was</a:t>
            </a:r>
            <a:r>
              <a:rPr sz="1700" spc="-145" dirty="0">
                <a:solidFill>
                  <a:srgbClr val="FFFFFF"/>
                </a:solidFill>
                <a:latin typeface="Verdana"/>
                <a:cs typeface="Verdana"/>
              </a:rPr>
              <a:t> </a:t>
            </a:r>
            <a:r>
              <a:rPr sz="1700" spc="-25" dirty="0">
                <a:solidFill>
                  <a:srgbClr val="FFFFFF"/>
                </a:solidFill>
                <a:latin typeface="Verdana"/>
                <a:cs typeface="Verdana"/>
              </a:rPr>
              <a:t>the</a:t>
            </a:r>
            <a:r>
              <a:rPr sz="1700" spc="-145" dirty="0">
                <a:solidFill>
                  <a:srgbClr val="FFFFFF"/>
                </a:solidFill>
                <a:latin typeface="Verdana"/>
                <a:cs typeface="Verdana"/>
              </a:rPr>
              <a:t> </a:t>
            </a:r>
            <a:r>
              <a:rPr sz="1700" spc="-40" dirty="0">
                <a:solidFill>
                  <a:srgbClr val="FFFFFF"/>
                </a:solidFill>
                <a:latin typeface="Verdana"/>
                <a:cs typeface="Verdana"/>
              </a:rPr>
              <a:t>most</a:t>
            </a:r>
            <a:r>
              <a:rPr sz="1700" spc="-145" dirty="0">
                <a:solidFill>
                  <a:srgbClr val="FFFFFF"/>
                </a:solidFill>
                <a:latin typeface="Verdana"/>
                <a:cs typeface="Verdana"/>
              </a:rPr>
              <a:t> </a:t>
            </a:r>
            <a:r>
              <a:rPr sz="1700" spc="-25" dirty="0">
                <a:solidFill>
                  <a:srgbClr val="FFFFFF"/>
                </a:solidFill>
                <a:latin typeface="Verdana"/>
                <a:cs typeface="Verdana"/>
              </a:rPr>
              <a:t>frequently</a:t>
            </a:r>
            <a:r>
              <a:rPr sz="1700" spc="-145" dirty="0">
                <a:solidFill>
                  <a:srgbClr val="FFFFFF"/>
                </a:solidFill>
                <a:latin typeface="Verdana"/>
                <a:cs typeface="Verdana"/>
              </a:rPr>
              <a:t> </a:t>
            </a:r>
            <a:r>
              <a:rPr sz="1700" spc="-40" dirty="0">
                <a:solidFill>
                  <a:srgbClr val="FFFFFF"/>
                </a:solidFill>
                <a:latin typeface="Verdana"/>
                <a:cs typeface="Verdana"/>
              </a:rPr>
              <a:t>used</a:t>
            </a:r>
            <a:r>
              <a:rPr sz="1700" spc="-145" dirty="0">
                <a:solidFill>
                  <a:srgbClr val="FFFFFF"/>
                </a:solidFill>
                <a:latin typeface="Verdana"/>
                <a:cs typeface="Verdana"/>
              </a:rPr>
              <a:t> </a:t>
            </a:r>
            <a:r>
              <a:rPr sz="1700" spc="-50" dirty="0">
                <a:solidFill>
                  <a:srgbClr val="FFFFFF"/>
                </a:solidFill>
                <a:latin typeface="Verdana"/>
                <a:cs typeface="Verdana"/>
              </a:rPr>
              <a:t>payment</a:t>
            </a:r>
            <a:r>
              <a:rPr sz="1700" spc="-145" dirty="0">
                <a:solidFill>
                  <a:srgbClr val="FFFFFF"/>
                </a:solidFill>
                <a:latin typeface="Verdana"/>
                <a:cs typeface="Verdana"/>
              </a:rPr>
              <a:t> </a:t>
            </a:r>
            <a:r>
              <a:rPr sz="1700" spc="-30" dirty="0">
                <a:solidFill>
                  <a:srgbClr val="FFFFFF"/>
                </a:solidFill>
                <a:latin typeface="Verdana"/>
                <a:cs typeface="Verdana"/>
              </a:rPr>
              <a:t>method</a:t>
            </a:r>
            <a:r>
              <a:rPr sz="1700" spc="-145" dirty="0">
                <a:solidFill>
                  <a:srgbClr val="FFFFFF"/>
                </a:solidFill>
                <a:latin typeface="Verdana"/>
                <a:cs typeface="Verdana"/>
              </a:rPr>
              <a:t> </a:t>
            </a:r>
            <a:r>
              <a:rPr sz="1700" spc="-25" dirty="0">
                <a:solidFill>
                  <a:srgbClr val="FFFFFF"/>
                </a:solidFill>
                <a:latin typeface="Verdana"/>
                <a:cs typeface="Verdana"/>
              </a:rPr>
              <a:t>by</a:t>
            </a:r>
            <a:r>
              <a:rPr sz="1700" spc="-145" dirty="0">
                <a:solidFill>
                  <a:srgbClr val="FFFFFF"/>
                </a:solidFill>
                <a:latin typeface="Verdana"/>
                <a:cs typeface="Verdana"/>
              </a:rPr>
              <a:t> </a:t>
            </a:r>
            <a:r>
              <a:rPr sz="1700" spc="-10" dirty="0">
                <a:solidFill>
                  <a:srgbClr val="FFFFFF"/>
                </a:solidFill>
                <a:latin typeface="Verdana"/>
                <a:cs typeface="Verdana"/>
              </a:rPr>
              <a:t>customers.</a:t>
            </a:r>
            <a:endParaRPr sz="1700" dirty="0">
              <a:latin typeface="Verdana"/>
              <a:cs typeface="Verdana"/>
            </a:endParaRPr>
          </a:p>
          <a:p>
            <a:pPr marL="12700" marR="5080">
              <a:lnSpc>
                <a:spcPct val="113999"/>
              </a:lnSpc>
            </a:pPr>
            <a:r>
              <a:rPr sz="1700" dirty="0">
                <a:solidFill>
                  <a:srgbClr val="FFFFFF"/>
                </a:solidFill>
                <a:latin typeface="Verdana"/>
                <a:cs typeface="Verdana"/>
              </a:rPr>
              <a:t>Credit</a:t>
            </a:r>
            <a:r>
              <a:rPr sz="1700" spc="-70" dirty="0">
                <a:solidFill>
                  <a:srgbClr val="FFFFFF"/>
                </a:solidFill>
                <a:latin typeface="Verdana"/>
                <a:cs typeface="Verdana"/>
              </a:rPr>
              <a:t> </a:t>
            </a:r>
            <a:r>
              <a:rPr sz="1700" dirty="0">
                <a:solidFill>
                  <a:srgbClr val="FFFFFF"/>
                </a:solidFill>
                <a:latin typeface="Verdana"/>
                <a:cs typeface="Verdana"/>
              </a:rPr>
              <a:t>Card</a:t>
            </a:r>
            <a:r>
              <a:rPr sz="1700" spc="-65" dirty="0">
                <a:solidFill>
                  <a:srgbClr val="FFFFFF"/>
                </a:solidFill>
                <a:latin typeface="Verdana"/>
                <a:cs typeface="Verdana"/>
              </a:rPr>
              <a:t> </a:t>
            </a:r>
            <a:r>
              <a:rPr sz="1700" dirty="0">
                <a:solidFill>
                  <a:srgbClr val="FFFFFF"/>
                </a:solidFill>
                <a:latin typeface="Verdana"/>
                <a:cs typeface="Verdana"/>
              </a:rPr>
              <a:t>and</a:t>
            </a:r>
            <a:r>
              <a:rPr sz="1700" spc="-65" dirty="0">
                <a:solidFill>
                  <a:srgbClr val="FFFFFF"/>
                </a:solidFill>
                <a:latin typeface="Verdana"/>
                <a:cs typeface="Verdana"/>
              </a:rPr>
              <a:t> </a:t>
            </a:r>
            <a:r>
              <a:rPr sz="1700" dirty="0">
                <a:solidFill>
                  <a:srgbClr val="FFFFFF"/>
                </a:solidFill>
                <a:latin typeface="Verdana"/>
                <a:cs typeface="Verdana"/>
              </a:rPr>
              <a:t>Debit</a:t>
            </a:r>
            <a:r>
              <a:rPr sz="1700" spc="-65" dirty="0">
                <a:solidFill>
                  <a:srgbClr val="FFFFFF"/>
                </a:solidFill>
                <a:latin typeface="Verdana"/>
                <a:cs typeface="Verdana"/>
              </a:rPr>
              <a:t> </a:t>
            </a:r>
            <a:r>
              <a:rPr sz="1700" dirty="0">
                <a:solidFill>
                  <a:srgbClr val="FFFFFF"/>
                </a:solidFill>
                <a:latin typeface="Verdana"/>
                <a:cs typeface="Verdana"/>
              </a:rPr>
              <a:t>Card</a:t>
            </a:r>
            <a:r>
              <a:rPr sz="1700" spc="-65" dirty="0">
                <a:solidFill>
                  <a:srgbClr val="FFFFFF"/>
                </a:solidFill>
                <a:latin typeface="Verdana"/>
                <a:cs typeface="Verdana"/>
              </a:rPr>
              <a:t> </a:t>
            </a:r>
            <a:r>
              <a:rPr sz="1700" spc="-10" dirty="0">
                <a:solidFill>
                  <a:srgbClr val="FFFFFF"/>
                </a:solidFill>
                <a:latin typeface="Verdana"/>
                <a:cs typeface="Verdana"/>
              </a:rPr>
              <a:t>were</a:t>
            </a:r>
            <a:r>
              <a:rPr sz="1700" spc="-65" dirty="0">
                <a:solidFill>
                  <a:srgbClr val="FFFFFF"/>
                </a:solidFill>
                <a:latin typeface="Verdana"/>
                <a:cs typeface="Verdana"/>
              </a:rPr>
              <a:t> </a:t>
            </a:r>
            <a:r>
              <a:rPr sz="1700" dirty="0">
                <a:solidFill>
                  <a:srgbClr val="FFFFFF"/>
                </a:solidFill>
                <a:latin typeface="Verdana"/>
                <a:cs typeface="Verdana"/>
              </a:rPr>
              <a:t>also</a:t>
            </a:r>
            <a:r>
              <a:rPr sz="1700" spc="-65" dirty="0">
                <a:solidFill>
                  <a:srgbClr val="FFFFFF"/>
                </a:solidFill>
                <a:latin typeface="Verdana"/>
                <a:cs typeface="Verdana"/>
              </a:rPr>
              <a:t> </a:t>
            </a:r>
            <a:r>
              <a:rPr sz="1700" dirty="0">
                <a:solidFill>
                  <a:srgbClr val="FFFFFF"/>
                </a:solidFill>
                <a:latin typeface="Verdana"/>
                <a:cs typeface="Verdana"/>
              </a:rPr>
              <a:t>commonly</a:t>
            </a:r>
            <a:r>
              <a:rPr sz="1700" spc="-65" dirty="0">
                <a:solidFill>
                  <a:srgbClr val="FFFFFF"/>
                </a:solidFill>
                <a:latin typeface="Verdana"/>
                <a:cs typeface="Verdana"/>
              </a:rPr>
              <a:t> </a:t>
            </a:r>
            <a:r>
              <a:rPr sz="1700" spc="-30" dirty="0">
                <a:solidFill>
                  <a:srgbClr val="FFFFFF"/>
                </a:solidFill>
                <a:latin typeface="Verdana"/>
                <a:cs typeface="Verdana"/>
              </a:rPr>
              <a:t>used,</a:t>
            </a:r>
            <a:r>
              <a:rPr sz="1700" spc="-65" dirty="0">
                <a:solidFill>
                  <a:srgbClr val="FFFFFF"/>
                </a:solidFill>
                <a:latin typeface="Verdana"/>
                <a:cs typeface="Verdana"/>
              </a:rPr>
              <a:t> </a:t>
            </a:r>
            <a:r>
              <a:rPr sz="1700" dirty="0">
                <a:solidFill>
                  <a:srgbClr val="FFFFFF"/>
                </a:solidFill>
                <a:latin typeface="Verdana"/>
                <a:cs typeface="Verdana"/>
              </a:rPr>
              <a:t>but</a:t>
            </a:r>
            <a:r>
              <a:rPr sz="1700" spc="-65" dirty="0">
                <a:solidFill>
                  <a:srgbClr val="FFFFFF"/>
                </a:solidFill>
                <a:latin typeface="Verdana"/>
                <a:cs typeface="Verdana"/>
              </a:rPr>
              <a:t> </a:t>
            </a:r>
            <a:r>
              <a:rPr sz="1700" dirty="0">
                <a:solidFill>
                  <a:srgbClr val="FFFFFF"/>
                </a:solidFill>
                <a:latin typeface="Verdana"/>
                <a:cs typeface="Verdana"/>
              </a:rPr>
              <a:t>their</a:t>
            </a:r>
            <a:r>
              <a:rPr sz="1700" spc="-65" dirty="0">
                <a:solidFill>
                  <a:srgbClr val="FFFFFF"/>
                </a:solidFill>
                <a:latin typeface="Verdana"/>
                <a:cs typeface="Verdana"/>
              </a:rPr>
              <a:t> </a:t>
            </a:r>
            <a:r>
              <a:rPr sz="1700" dirty="0">
                <a:solidFill>
                  <a:srgbClr val="FFFFFF"/>
                </a:solidFill>
                <a:latin typeface="Verdana"/>
                <a:cs typeface="Verdana"/>
              </a:rPr>
              <a:t>contribution</a:t>
            </a:r>
            <a:r>
              <a:rPr sz="1700" spc="-65" dirty="0">
                <a:solidFill>
                  <a:srgbClr val="FFFFFF"/>
                </a:solidFill>
                <a:latin typeface="Verdana"/>
                <a:cs typeface="Verdana"/>
              </a:rPr>
              <a:t> </a:t>
            </a:r>
            <a:r>
              <a:rPr sz="1700" spc="-10" dirty="0">
                <a:solidFill>
                  <a:srgbClr val="FFFFFF"/>
                </a:solidFill>
                <a:latin typeface="Verdana"/>
                <a:cs typeface="Verdana"/>
              </a:rPr>
              <a:t>was</a:t>
            </a:r>
            <a:r>
              <a:rPr sz="1700" spc="-70" dirty="0">
                <a:solidFill>
                  <a:srgbClr val="FFFFFF"/>
                </a:solidFill>
                <a:latin typeface="Verdana"/>
                <a:cs typeface="Verdana"/>
              </a:rPr>
              <a:t> </a:t>
            </a:r>
            <a:r>
              <a:rPr sz="1700" spc="-10" dirty="0">
                <a:solidFill>
                  <a:srgbClr val="FFFFFF"/>
                </a:solidFill>
                <a:latin typeface="Verdana"/>
                <a:cs typeface="Verdana"/>
              </a:rPr>
              <a:t>lower </a:t>
            </a:r>
            <a:r>
              <a:rPr sz="1700" spc="-35" dirty="0">
                <a:solidFill>
                  <a:srgbClr val="FFFFFF"/>
                </a:solidFill>
                <a:latin typeface="Verdana"/>
                <a:cs typeface="Verdana"/>
              </a:rPr>
              <a:t>than</a:t>
            </a:r>
            <a:r>
              <a:rPr sz="1700" spc="-165" dirty="0">
                <a:solidFill>
                  <a:srgbClr val="FFFFFF"/>
                </a:solidFill>
                <a:latin typeface="Verdana"/>
                <a:cs typeface="Verdana"/>
              </a:rPr>
              <a:t> </a:t>
            </a:r>
            <a:r>
              <a:rPr sz="1700" spc="-20" dirty="0">
                <a:solidFill>
                  <a:srgbClr val="FFFFFF"/>
                </a:solidFill>
                <a:latin typeface="Verdana"/>
                <a:cs typeface="Verdana"/>
              </a:rPr>
              <a:t>Cash.</a:t>
            </a:r>
            <a:endParaRPr sz="1700" dirty="0">
              <a:solidFill>
                <a:schemeClr val="bg1"/>
              </a:solidFill>
              <a:latin typeface="Verdana"/>
              <a:cs typeface="Verdana"/>
            </a:endParaRPr>
          </a:p>
          <a:p>
            <a:pPr marL="12700" marR="5080">
              <a:lnSpc>
                <a:spcPct val="113999"/>
              </a:lnSpc>
              <a:tabLst>
                <a:tab pos="3522979" algn="l"/>
                <a:tab pos="7250430" algn="l"/>
              </a:tabLst>
            </a:pPr>
            <a:r>
              <a:rPr lang="en-IN" sz="1700" b="0" i="0" dirty="0">
                <a:solidFill>
                  <a:schemeClr val="bg1"/>
                </a:solidFill>
                <a:effectLst/>
                <a:latin typeface="Verdana" panose="020B0604030504040204" pitchFamily="34" charset="0"/>
                <a:ea typeface="Verdana" panose="020B0604030504040204" pitchFamily="34" charset="0"/>
              </a:rPr>
              <a:t>Customer payment preferences vary, indicating multiple payment options are actively used.</a:t>
            </a:r>
            <a:endParaRPr sz="1700" dirty="0">
              <a:solidFill>
                <a:schemeClr val="bg1"/>
              </a:solidFill>
              <a:latin typeface="Verdana" panose="020B0604030504040204" pitchFamily="34" charset="0"/>
              <a:ea typeface="Verdana" panose="020B0604030504040204" pitchFamily="34" charset="0"/>
              <a:cs typeface="Verdana"/>
            </a:endParaRPr>
          </a:p>
        </p:txBody>
      </p:sp>
      <p:sp>
        <p:nvSpPr>
          <p:cNvPr id="20" name="TextBox 19">
            <a:extLst>
              <a:ext uri="{FF2B5EF4-FFF2-40B4-BE49-F238E27FC236}">
                <a16:creationId xmlns:a16="http://schemas.microsoft.com/office/drawing/2014/main" id="{15CA5F64-3944-9A39-916F-084A881EDC4F}"/>
              </a:ext>
            </a:extLst>
          </p:cNvPr>
          <p:cNvSpPr txBox="1"/>
          <p:nvPr/>
        </p:nvSpPr>
        <p:spPr>
          <a:xfrm>
            <a:off x="245566" y="8950841"/>
            <a:ext cx="17053390" cy="1138773"/>
          </a:xfrm>
          <a:prstGeom prst="rect">
            <a:avLst/>
          </a:prstGeom>
          <a:noFill/>
        </p:spPr>
        <p:txBody>
          <a:bodyPr wrap="square">
            <a:spAutoFit/>
          </a:bodyPr>
          <a:lstStyle/>
          <a:p>
            <a:pPr algn="l" rtl="0">
              <a:buNone/>
            </a:pPr>
            <a:r>
              <a:rPr lang="en-IN" sz="1700" b="0" i="0" dirty="0">
                <a:solidFill>
                  <a:srgbClr val="FFFFFF"/>
                </a:solidFill>
                <a:effectLst/>
                <a:latin typeface="Verdana" panose="020B0604030504040204" pitchFamily="34" charset="0"/>
                <a:ea typeface="Verdana" panose="020B0604030504040204" pitchFamily="34" charset="0"/>
              </a:rPr>
              <a:t>💡</a:t>
            </a:r>
            <a:r>
              <a:rPr lang="en-IN" sz="1700" b="1" i="0" dirty="0">
                <a:solidFill>
                  <a:srgbClr val="FFFFFF"/>
                </a:solidFill>
                <a:effectLst/>
                <a:latin typeface="Verdana" panose="020B0604030504040204" pitchFamily="34" charset="0"/>
                <a:ea typeface="Verdana" panose="020B0604030504040204" pitchFamily="34" charset="0"/>
              </a:rPr>
              <a:t> Business Insight:</a:t>
            </a:r>
            <a:endParaRPr lang="en-IN" sz="1700" dirty="0">
              <a:effectLst/>
              <a:latin typeface="Verdana" panose="020B0604030504040204" pitchFamily="34" charset="0"/>
              <a:ea typeface="Verdana" panose="020B0604030504040204" pitchFamily="34" charset="0"/>
            </a:endParaRPr>
          </a:p>
          <a:p>
            <a:pPr algn="l" rtl="0">
              <a:buNone/>
            </a:pPr>
            <a:r>
              <a:rPr lang="en-IN" sz="1700" b="0" i="0" dirty="0">
                <a:solidFill>
                  <a:srgbClr val="FFFFFF"/>
                </a:solidFill>
                <a:effectLst/>
                <a:latin typeface="Verdana" panose="020B0604030504040204" pitchFamily="34" charset="0"/>
                <a:ea typeface="Verdana" panose="020B0604030504040204" pitchFamily="34" charset="0"/>
              </a:rPr>
              <a:t>The analysis indicates that </a:t>
            </a:r>
            <a:r>
              <a:rPr lang="en-IN" sz="1700" b="1" i="0" dirty="0">
                <a:solidFill>
                  <a:srgbClr val="FFFFFF"/>
                </a:solidFill>
                <a:effectLst/>
                <a:latin typeface="Verdana" panose="020B0604030504040204" pitchFamily="34" charset="0"/>
                <a:ea typeface="Verdana" panose="020B0604030504040204" pitchFamily="34" charset="0"/>
              </a:rPr>
              <a:t>Cash </a:t>
            </a:r>
            <a:r>
              <a:rPr lang="en-IN" sz="1700" b="0" i="0" dirty="0">
                <a:solidFill>
                  <a:srgbClr val="FFFFFF"/>
                </a:solidFill>
                <a:effectLst/>
                <a:latin typeface="Verdana" panose="020B0604030504040204" pitchFamily="34" charset="0"/>
                <a:ea typeface="Verdana" panose="020B0604030504040204" pitchFamily="34" charset="0"/>
              </a:rPr>
              <a:t>is the preferred payment method, contributing the highest revenue and transaction volume. At the same time, customers also use digital payment options, highlighting the importance of offering multiple secure and convenient payment methods to meet different customer preferences.</a:t>
            </a:r>
            <a:endParaRPr lang="en-IN" sz="1700" dirty="0">
              <a:effectLst/>
              <a:latin typeface="Verdana" panose="020B0604030504040204" pitchFamily="34" charset="0"/>
              <a:ea typeface="Verdan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270" dirty="0"/>
              <a:t>Key</a:t>
            </a:r>
            <a:r>
              <a:rPr spc="-440" dirty="0"/>
              <a:t> </a:t>
            </a:r>
            <a:r>
              <a:rPr spc="110" dirty="0"/>
              <a:t>Business</a:t>
            </a:r>
            <a:r>
              <a:rPr spc="-440" dirty="0"/>
              <a:t> </a:t>
            </a:r>
            <a:r>
              <a:rPr spc="240" dirty="0"/>
              <a:t>Insights</a:t>
            </a:r>
          </a:p>
        </p:txBody>
      </p:sp>
      <p:sp>
        <p:nvSpPr>
          <p:cNvPr id="3" name="object 3"/>
          <p:cNvSpPr txBox="1"/>
          <p:nvPr/>
        </p:nvSpPr>
        <p:spPr>
          <a:xfrm>
            <a:off x="9935106" y="1709889"/>
            <a:ext cx="7719695" cy="3549650"/>
          </a:xfrm>
          <a:prstGeom prst="rect">
            <a:avLst/>
          </a:prstGeom>
        </p:spPr>
        <p:txBody>
          <a:bodyPr vert="horz" wrap="square" lIns="0" tIns="12700" rIns="0" bIns="0" rtlCol="0">
            <a:spAutoFit/>
          </a:bodyPr>
          <a:lstStyle/>
          <a:p>
            <a:pPr marL="12700" marR="5080" algn="just">
              <a:lnSpc>
                <a:spcPct val="115599"/>
              </a:lnSpc>
              <a:spcBef>
                <a:spcPts val="100"/>
              </a:spcBef>
            </a:pPr>
            <a:r>
              <a:rPr sz="2000" spc="135" dirty="0">
                <a:solidFill>
                  <a:srgbClr val="FFFFFF"/>
                </a:solidFill>
                <a:latin typeface="Trebuchet MS"/>
                <a:cs typeface="Trebuchet MS"/>
              </a:rPr>
              <a:t>Female</a:t>
            </a:r>
            <a:r>
              <a:rPr sz="2000" spc="65" dirty="0">
                <a:solidFill>
                  <a:srgbClr val="FFFFFF"/>
                </a:solidFill>
                <a:latin typeface="Trebuchet MS"/>
                <a:cs typeface="Trebuchet MS"/>
              </a:rPr>
              <a:t>  </a:t>
            </a:r>
            <a:r>
              <a:rPr sz="2000" spc="160" dirty="0">
                <a:solidFill>
                  <a:srgbClr val="FFFFFF"/>
                </a:solidFill>
                <a:latin typeface="Trebuchet MS"/>
                <a:cs typeface="Trebuchet MS"/>
              </a:rPr>
              <a:t>customers</a:t>
            </a:r>
            <a:r>
              <a:rPr sz="2000" spc="65" dirty="0">
                <a:solidFill>
                  <a:srgbClr val="FFFFFF"/>
                </a:solidFill>
                <a:latin typeface="Trebuchet MS"/>
                <a:cs typeface="Trebuchet MS"/>
              </a:rPr>
              <a:t>  </a:t>
            </a:r>
            <a:r>
              <a:rPr sz="2000" spc="100" dirty="0">
                <a:solidFill>
                  <a:srgbClr val="FFFFFF"/>
                </a:solidFill>
                <a:latin typeface="Trebuchet MS"/>
                <a:cs typeface="Trebuchet MS"/>
              </a:rPr>
              <a:t>contributed</a:t>
            </a:r>
            <a:r>
              <a:rPr sz="2000" spc="65" dirty="0">
                <a:solidFill>
                  <a:srgbClr val="FFFFFF"/>
                </a:solidFill>
                <a:latin typeface="Trebuchet MS"/>
                <a:cs typeface="Trebuchet MS"/>
              </a:rPr>
              <a:t>  </a:t>
            </a:r>
            <a:r>
              <a:rPr sz="2000" spc="290" dirty="0">
                <a:solidFill>
                  <a:srgbClr val="FFFFFF"/>
                </a:solidFill>
                <a:latin typeface="Trebuchet MS"/>
                <a:cs typeface="Trebuchet MS"/>
              </a:rPr>
              <a:t>a</a:t>
            </a:r>
            <a:r>
              <a:rPr sz="2000" spc="65" dirty="0">
                <a:solidFill>
                  <a:srgbClr val="FFFFFF"/>
                </a:solidFill>
                <a:latin typeface="Trebuchet MS"/>
                <a:cs typeface="Trebuchet MS"/>
              </a:rPr>
              <a:t>  </a:t>
            </a:r>
            <a:r>
              <a:rPr sz="2000" spc="100" dirty="0">
                <a:solidFill>
                  <a:srgbClr val="FFFFFF"/>
                </a:solidFill>
                <a:latin typeface="Trebuchet MS"/>
                <a:cs typeface="Trebuchet MS"/>
              </a:rPr>
              <a:t>larger</a:t>
            </a:r>
            <a:r>
              <a:rPr sz="2000" spc="65" dirty="0">
                <a:solidFill>
                  <a:srgbClr val="FFFFFF"/>
                </a:solidFill>
                <a:latin typeface="Trebuchet MS"/>
                <a:cs typeface="Trebuchet MS"/>
              </a:rPr>
              <a:t>  </a:t>
            </a:r>
            <a:r>
              <a:rPr sz="2000" spc="160" dirty="0">
                <a:solidFill>
                  <a:srgbClr val="FFFFFF"/>
                </a:solidFill>
                <a:latin typeface="Trebuchet MS"/>
                <a:cs typeface="Trebuchet MS"/>
              </a:rPr>
              <a:t>share</a:t>
            </a:r>
            <a:r>
              <a:rPr sz="2000" spc="65" dirty="0">
                <a:solidFill>
                  <a:srgbClr val="FFFFFF"/>
                </a:solidFill>
                <a:latin typeface="Trebuchet MS"/>
                <a:cs typeface="Trebuchet MS"/>
              </a:rPr>
              <a:t>  </a:t>
            </a:r>
            <a:r>
              <a:rPr sz="2000" spc="55" dirty="0">
                <a:solidFill>
                  <a:srgbClr val="FFFFFF"/>
                </a:solidFill>
                <a:latin typeface="Trebuchet MS"/>
                <a:cs typeface="Trebuchet MS"/>
              </a:rPr>
              <a:t>of</a:t>
            </a:r>
            <a:r>
              <a:rPr sz="2000" spc="65" dirty="0">
                <a:solidFill>
                  <a:srgbClr val="FFFFFF"/>
                </a:solidFill>
                <a:latin typeface="Trebuchet MS"/>
                <a:cs typeface="Trebuchet MS"/>
              </a:rPr>
              <a:t>  overall </a:t>
            </a:r>
            <a:r>
              <a:rPr sz="2000" spc="130" dirty="0">
                <a:solidFill>
                  <a:srgbClr val="FFFFFF"/>
                </a:solidFill>
                <a:latin typeface="Trebuchet MS"/>
                <a:cs typeface="Trebuchet MS"/>
              </a:rPr>
              <a:t>revenue</a:t>
            </a:r>
            <a:r>
              <a:rPr sz="2000" spc="150" dirty="0">
                <a:solidFill>
                  <a:srgbClr val="FFFFFF"/>
                </a:solidFill>
                <a:latin typeface="Trebuchet MS"/>
                <a:cs typeface="Trebuchet MS"/>
              </a:rPr>
              <a:t>   </a:t>
            </a:r>
            <a:r>
              <a:rPr sz="2000" spc="229" dirty="0">
                <a:solidFill>
                  <a:srgbClr val="FFFFFF"/>
                </a:solidFill>
                <a:latin typeface="Trebuchet MS"/>
                <a:cs typeface="Trebuchet MS"/>
              </a:rPr>
              <a:t>and</a:t>
            </a:r>
            <a:r>
              <a:rPr sz="2000" spc="150" dirty="0">
                <a:solidFill>
                  <a:srgbClr val="FFFFFF"/>
                </a:solidFill>
                <a:latin typeface="Trebuchet MS"/>
                <a:cs typeface="Trebuchet MS"/>
              </a:rPr>
              <a:t>   </a:t>
            </a:r>
            <a:r>
              <a:rPr sz="2000" spc="180" dirty="0">
                <a:solidFill>
                  <a:srgbClr val="FFFFFF"/>
                </a:solidFill>
                <a:latin typeface="Trebuchet MS"/>
                <a:cs typeface="Trebuchet MS"/>
              </a:rPr>
              <a:t>purchased</a:t>
            </a:r>
            <a:r>
              <a:rPr sz="2000" spc="150" dirty="0">
                <a:solidFill>
                  <a:srgbClr val="FFFFFF"/>
                </a:solidFill>
                <a:latin typeface="Trebuchet MS"/>
                <a:cs typeface="Trebuchet MS"/>
              </a:rPr>
              <a:t>   </a:t>
            </a:r>
            <a:r>
              <a:rPr sz="2000" spc="170" dirty="0">
                <a:solidFill>
                  <a:srgbClr val="FFFFFF"/>
                </a:solidFill>
                <a:latin typeface="Trebuchet MS"/>
                <a:cs typeface="Trebuchet MS"/>
              </a:rPr>
              <a:t>more</a:t>
            </a:r>
            <a:r>
              <a:rPr sz="2000" spc="150" dirty="0">
                <a:solidFill>
                  <a:srgbClr val="FFFFFF"/>
                </a:solidFill>
                <a:latin typeface="Trebuchet MS"/>
                <a:cs typeface="Trebuchet MS"/>
              </a:rPr>
              <a:t>   </a:t>
            </a:r>
            <a:r>
              <a:rPr sz="2000" spc="145" dirty="0">
                <a:solidFill>
                  <a:srgbClr val="FFFFFF"/>
                </a:solidFill>
                <a:latin typeface="Trebuchet MS"/>
                <a:cs typeface="Trebuchet MS"/>
              </a:rPr>
              <a:t>products</a:t>
            </a:r>
            <a:r>
              <a:rPr sz="2000" spc="155" dirty="0">
                <a:solidFill>
                  <a:srgbClr val="FFFFFF"/>
                </a:solidFill>
                <a:latin typeface="Trebuchet MS"/>
                <a:cs typeface="Trebuchet MS"/>
              </a:rPr>
              <a:t>   </a:t>
            </a:r>
            <a:r>
              <a:rPr sz="2000" spc="145" dirty="0">
                <a:solidFill>
                  <a:srgbClr val="FFFFFF"/>
                </a:solidFill>
                <a:latin typeface="Trebuchet MS"/>
                <a:cs typeface="Trebuchet MS"/>
              </a:rPr>
              <a:t>than</a:t>
            </a:r>
            <a:r>
              <a:rPr sz="2000" spc="150" dirty="0">
                <a:solidFill>
                  <a:srgbClr val="FFFFFF"/>
                </a:solidFill>
                <a:latin typeface="Trebuchet MS"/>
                <a:cs typeface="Trebuchet MS"/>
              </a:rPr>
              <a:t>   </a:t>
            </a:r>
            <a:r>
              <a:rPr sz="2000" spc="155" dirty="0">
                <a:solidFill>
                  <a:srgbClr val="FFFFFF"/>
                </a:solidFill>
                <a:latin typeface="Trebuchet MS"/>
                <a:cs typeface="Trebuchet MS"/>
              </a:rPr>
              <a:t>male </a:t>
            </a:r>
            <a:r>
              <a:rPr sz="2000" spc="100" dirty="0">
                <a:solidFill>
                  <a:srgbClr val="FFFFFF"/>
                </a:solidFill>
                <a:latin typeface="Trebuchet MS"/>
                <a:cs typeface="Trebuchet MS"/>
              </a:rPr>
              <a:t>customers.</a:t>
            </a:r>
            <a:endParaRPr sz="2000">
              <a:latin typeface="Trebuchet MS"/>
              <a:cs typeface="Trebuchet MS"/>
            </a:endParaRPr>
          </a:p>
          <a:p>
            <a:pPr marL="12700" marR="5080" algn="just">
              <a:lnSpc>
                <a:spcPct val="115599"/>
              </a:lnSpc>
            </a:pPr>
            <a:r>
              <a:rPr sz="2000" spc="120" dirty="0">
                <a:solidFill>
                  <a:srgbClr val="FFFFFF"/>
                </a:solidFill>
                <a:latin typeface="Trebuchet MS"/>
                <a:cs typeface="Trebuchet MS"/>
              </a:rPr>
              <a:t>Clothing</a:t>
            </a:r>
            <a:r>
              <a:rPr sz="2000" spc="365" dirty="0">
                <a:solidFill>
                  <a:srgbClr val="FFFFFF"/>
                </a:solidFill>
                <a:latin typeface="Trebuchet MS"/>
                <a:cs typeface="Trebuchet MS"/>
              </a:rPr>
              <a:t>  </a:t>
            </a:r>
            <a:r>
              <a:rPr sz="2000" spc="190" dirty="0">
                <a:solidFill>
                  <a:srgbClr val="FFFFFF"/>
                </a:solidFill>
                <a:latin typeface="Trebuchet MS"/>
                <a:cs typeface="Trebuchet MS"/>
              </a:rPr>
              <a:t>emerged</a:t>
            </a:r>
            <a:r>
              <a:rPr sz="2000" spc="370" dirty="0">
                <a:solidFill>
                  <a:srgbClr val="FFFFFF"/>
                </a:solidFill>
                <a:latin typeface="Trebuchet MS"/>
                <a:cs typeface="Trebuchet MS"/>
              </a:rPr>
              <a:t>  </a:t>
            </a:r>
            <a:r>
              <a:rPr sz="2000" spc="254" dirty="0">
                <a:solidFill>
                  <a:srgbClr val="FFFFFF"/>
                </a:solidFill>
                <a:latin typeface="Trebuchet MS"/>
                <a:cs typeface="Trebuchet MS"/>
              </a:rPr>
              <a:t>as</a:t>
            </a:r>
            <a:r>
              <a:rPr sz="2000" spc="365" dirty="0">
                <a:solidFill>
                  <a:srgbClr val="FFFFFF"/>
                </a:solidFill>
                <a:latin typeface="Trebuchet MS"/>
                <a:cs typeface="Trebuchet MS"/>
              </a:rPr>
              <a:t>  </a:t>
            </a:r>
            <a:r>
              <a:rPr sz="2000" spc="85" dirty="0">
                <a:solidFill>
                  <a:srgbClr val="FFFFFF"/>
                </a:solidFill>
                <a:latin typeface="Trebuchet MS"/>
                <a:cs typeface="Trebuchet MS"/>
              </a:rPr>
              <a:t>the</a:t>
            </a:r>
            <a:r>
              <a:rPr sz="2000" spc="370" dirty="0">
                <a:solidFill>
                  <a:srgbClr val="FFFFFF"/>
                </a:solidFill>
                <a:latin typeface="Trebuchet MS"/>
                <a:cs typeface="Trebuchet MS"/>
              </a:rPr>
              <a:t>  </a:t>
            </a:r>
            <a:r>
              <a:rPr sz="2000" spc="155" dirty="0">
                <a:solidFill>
                  <a:srgbClr val="FFFFFF"/>
                </a:solidFill>
                <a:latin typeface="Trebuchet MS"/>
                <a:cs typeface="Trebuchet MS"/>
              </a:rPr>
              <a:t>highest-</a:t>
            </a:r>
            <a:r>
              <a:rPr sz="2000" spc="120" dirty="0">
                <a:solidFill>
                  <a:srgbClr val="FFFFFF"/>
                </a:solidFill>
                <a:latin typeface="Trebuchet MS"/>
                <a:cs typeface="Trebuchet MS"/>
              </a:rPr>
              <a:t>performing</a:t>
            </a:r>
            <a:r>
              <a:rPr sz="2000" spc="365" dirty="0">
                <a:solidFill>
                  <a:srgbClr val="FFFFFF"/>
                </a:solidFill>
                <a:latin typeface="Trebuchet MS"/>
                <a:cs typeface="Trebuchet MS"/>
              </a:rPr>
              <a:t>  </a:t>
            </a:r>
            <a:r>
              <a:rPr sz="2000" spc="125" dirty="0">
                <a:solidFill>
                  <a:srgbClr val="FFFFFF"/>
                </a:solidFill>
                <a:latin typeface="Trebuchet MS"/>
                <a:cs typeface="Trebuchet MS"/>
              </a:rPr>
              <a:t>product </a:t>
            </a:r>
            <a:r>
              <a:rPr sz="2000" spc="150" dirty="0">
                <a:solidFill>
                  <a:srgbClr val="FFFFFF"/>
                </a:solidFill>
                <a:latin typeface="Trebuchet MS"/>
                <a:cs typeface="Trebuchet MS"/>
              </a:rPr>
              <a:t>category</a:t>
            </a:r>
            <a:r>
              <a:rPr sz="2000" spc="-50" dirty="0">
                <a:solidFill>
                  <a:srgbClr val="FFFFFF"/>
                </a:solidFill>
                <a:latin typeface="Trebuchet MS"/>
                <a:cs typeface="Trebuchet MS"/>
              </a:rPr>
              <a:t> </a:t>
            </a:r>
            <a:r>
              <a:rPr sz="2000" dirty="0">
                <a:solidFill>
                  <a:srgbClr val="FFFFFF"/>
                </a:solidFill>
                <a:latin typeface="Trebuchet MS"/>
                <a:cs typeface="Trebuchet MS"/>
              </a:rPr>
              <a:t>in</a:t>
            </a:r>
            <a:r>
              <a:rPr sz="2000" spc="-45" dirty="0">
                <a:solidFill>
                  <a:srgbClr val="FFFFFF"/>
                </a:solidFill>
                <a:latin typeface="Trebuchet MS"/>
                <a:cs typeface="Trebuchet MS"/>
              </a:rPr>
              <a:t> </a:t>
            </a:r>
            <a:r>
              <a:rPr sz="2000" spc="125" dirty="0">
                <a:solidFill>
                  <a:srgbClr val="FFFFFF"/>
                </a:solidFill>
                <a:latin typeface="Trebuchet MS"/>
                <a:cs typeface="Trebuchet MS"/>
              </a:rPr>
              <a:t>terms</a:t>
            </a:r>
            <a:r>
              <a:rPr sz="2000" spc="-45" dirty="0">
                <a:solidFill>
                  <a:srgbClr val="FFFFFF"/>
                </a:solidFill>
                <a:latin typeface="Trebuchet MS"/>
                <a:cs typeface="Trebuchet MS"/>
              </a:rPr>
              <a:t> </a:t>
            </a:r>
            <a:r>
              <a:rPr sz="2000" spc="55" dirty="0">
                <a:solidFill>
                  <a:srgbClr val="FFFFFF"/>
                </a:solidFill>
                <a:latin typeface="Trebuchet MS"/>
                <a:cs typeface="Trebuchet MS"/>
              </a:rPr>
              <a:t>of</a:t>
            </a:r>
            <a:r>
              <a:rPr sz="2000" spc="-45" dirty="0">
                <a:solidFill>
                  <a:srgbClr val="FFFFFF"/>
                </a:solidFill>
                <a:latin typeface="Trebuchet MS"/>
                <a:cs typeface="Trebuchet MS"/>
              </a:rPr>
              <a:t> </a:t>
            </a:r>
            <a:r>
              <a:rPr sz="2000" spc="135" dirty="0">
                <a:solidFill>
                  <a:srgbClr val="FFFFFF"/>
                </a:solidFill>
                <a:latin typeface="Trebuchet MS"/>
                <a:cs typeface="Trebuchet MS"/>
              </a:rPr>
              <a:t>both</a:t>
            </a:r>
            <a:r>
              <a:rPr sz="2000" spc="-45" dirty="0">
                <a:solidFill>
                  <a:srgbClr val="FFFFFF"/>
                </a:solidFill>
                <a:latin typeface="Trebuchet MS"/>
                <a:cs typeface="Trebuchet MS"/>
              </a:rPr>
              <a:t> </a:t>
            </a:r>
            <a:r>
              <a:rPr sz="2000" spc="130" dirty="0">
                <a:solidFill>
                  <a:srgbClr val="FFFFFF"/>
                </a:solidFill>
                <a:latin typeface="Trebuchet MS"/>
                <a:cs typeface="Trebuchet MS"/>
              </a:rPr>
              <a:t>revenue</a:t>
            </a:r>
            <a:r>
              <a:rPr sz="2000" spc="-45" dirty="0">
                <a:solidFill>
                  <a:srgbClr val="FFFFFF"/>
                </a:solidFill>
                <a:latin typeface="Trebuchet MS"/>
                <a:cs typeface="Trebuchet MS"/>
              </a:rPr>
              <a:t> </a:t>
            </a:r>
            <a:r>
              <a:rPr sz="2000" spc="229" dirty="0">
                <a:solidFill>
                  <a:srgbClr val="FFFFFF"/>
                </a:solidFill>
                <a:latin typeface="Trebuchet MS"/>
                <a:cs typeface="Trebuchet MS"/>
              </a:rPr>
              <a:t>and</a:t>
            </a:r>
            <a:r>
              <a:rPr sz="2000" spc="-45" dirty="0">
                <a:solidFill>
                  <a:srgbClr val="FFFFFF"/>
                </a:solidFill>
                <a:latin typeface="Trebuchet MS"/>
                <a:cs typeface="Trebuchet MS"/>
              </a:rPr>
              <a:t> </a:t>
            </a:r>
            <a:r>
              <a:rPr sz="2000" spc="95" dirty="0">
                <a:solidFill>
                  <a:srgbClr val="FFFFFF"/>
                </a:solidFill>
                <a:latin typeface="Trebuchet MS"/>
                <a:cs typeface="Trebuchet MS"/>
              </a:rPr>
              <a:t>quantity</a:t>
            </a:r>
            <a:r>
              <a:rPr sz="2000" spc="-45" dirty="0">
                <a:solidFill>
                  <a:srgbClr val="FFFFFF"/>
                </a:solidFill>
                <a:latin typeface="Trebuchet MS"/>
                <a:cs typeface="Trebuchet MS"/>
              </a:rPr>
              <a:t> </a:t>
            </a:r>
            <a:r>
              <a:rPr sz="2000" spc="-10" dirty="0">
                <a:solidFill>
                  <a:srgbClr val="FFFFFF"/>
                </a:solidFill>
                <a:latin typeface="Trebuchet MS"/>
                <a:cs typeface="Trebuchet MS"/>
              </a:rPr>
              <a:t>sold.</a:t>
            </a:r>
            <a:endParaRPr sz="2000">
              <a:latin typeface="Trebuchet MS"/>
              <a:cs typeface="Trebuchet MS"/>
            </a:endParaRPr>
          </a:p>
          <a:p>
            <a:pPr marL="12700" marR="5080" algn="just">
              <a:lnSpc>
                <a:spcPct val="115599"/>
              </a:lnSpc>
            </a:pPr>
            <a:r>
              <a:rPr sz="2000" spc="80" dirty="0">
                <a:solidFill>
                  <a:srgbClr val="FFFFFF"/>
                </a:solidFill>
                <a:latin typeface="Trebuchet MS"/>
                <a:cs typeface="Trebuchet MS"/>
              </a:rPr>
              <a:t>The</a:t>
            </a:r>
            <a:r>
              <a:rPr sz="2000" spc="55" dirty="0">
                <a:solidFill>
                  <a:srgbClr val="FFFFFF"/>
                </a:solidFill>
                <a:latin typeface="Trebuchet MS"/>
                <a:cs typeface="Trebuchet MS"/>
              </a:rPr>
              <a:t>  </a:t>
            </a:r>
            <a:r>
              <a:rPr sz="2000" spc="155" dirty="0">
                <a:solidFill>
                  <a:srgbClr val="FFFFFF"/>
                </a:solidFill>
                <a:latin typeface="Trebuchet MS"/>
                <a:cs typeface="Trebuchet MS"/>
              </a:rPr>
              <a:t>highest-</a:t>
            </a:r>
            <a:r>
              <a:rPr sz="2000" spc="120" dirty="0">
                <a:solidFill>
                  <a:srgbClr val="FFFFFF"/>
                </a:solidFill>
                <a:latin typeface="Trebuchet MS"/>
                <a:cs typeface="Trebuchet MS"/>
              </a:rPr>
              <a:t>performing</a:t>
            </a:r>
            <a:r>
              <a:rPr sz="2000" spc="60" dirty="0">
                <a:solidFill>
                  <a:srgbClr val="FFFFFF"/>
                </a:solidFill>
                <a:latin typeface="Trebuchet MS"/>
                <a:cs typeface="Trebuchet MS"/>
              </a:rPr>
              <a:t>  </a:t>
            </a:r>
            <a:r>
              <a:rPr sz="2000" spc="260" dirty="0">
                <a:solidFill>
                  <a:srgbClr val="FFFFFF"/>
                </a:solidFill>
                <a:latin typeface="Trebuchet MS"/>
                <a:cs typeface="Trebuchet MS"/>
              </a:rPr>
              <a:t>age</a:t>
            </a:r>
            <a:r>
              <a:rPr sz="2000" spc="60" dirty="0">
                <a:solidFill>
                  <a:srgbClr val="FFFFFF"/>
                </a:solidFill>
                <a:latin typeface="Trebuchet MS"/>
                <a:cs typeface="Trebuchet MS"/>
              </a:rPr>
              <a:t>  </a:t>
            </a:r>
            <a:r>
              <a:rPr sz="2000" spc="180" dirty="0">
                <a:solidFill>
                  <a:srgbClr val="FFFFFF"/>
                </a:solidFill>
                <a:latin typeface="Trebuchet MS"/>
                <a:cs typeface="Trebuchet MS"/>
              </a:rPr>
              <a:t>group</a:t>
            </a:r>
            <a:r>
              <a:rPr sz="2000" spc="60" dirty="0">
                <a:solidFill>
                  <a:srgbClr val="FFFFFF"/>
                </a:solidFill>
                <a:latin typeface="Trebuchet MS"/>
                <a:cs typeface="Trebuchet MS"/>
              </a:rPr>
              <a:t>  </a:t>
            </a:r>
            <a:r>
              <a:rPr sz="2000" spc="200" dirty="0">
                <a:solidFill>
                  <a:srgbClr val="FFFFFF"/>
                </a:solidFill>
                <a:latin typeface="Trebuchet MS"/>
                <a:cs typeface="Trebuchet MS"/>
              </a:rPr>
              <a:t>(apne</a:t>
            </a:r>
            <a:r>
              <a:rPr sz="2000" spc="60" dirty="0">
                <a:solidFill>
                  <a:srgbClr val="FFFFFF"/>
                </a:solidFill>
                <a:latin typeface="Trebuchet MS"/>
                <a:cs typeface="Trebuchet MS"/>
              </a:rPr>
              <a:t>  </a:t>
            </a:r>
            <a:r>
              <a:rPr sz="2000" spc="200" dirty="0">
                <a:solidFill>
                  <a:srgbClr val="FFFFFF"/>
                </a:solidFill>
                <a:latin typeface="Trebuchet MS"/>
                <a:cs typeface="Trebuchet MS"/>
              </a:rPr>
              <a:t>dashboard</a:t>
            </a:r>
            <a:r>
              <a:rPr sz="2000" spc="60" dirty="0">
                <a:solidFill>
                  <a:srgbClr val="FFFFFF"/>
                </a:solidFill>
                <a:latin typeface="Trebuchet MS"/>
                <a:cs typeface="Trebuchet MS"/>
              </a:rPr>
              <a:t>  </a:t>
            </a:r>
            <a:r>
              <a:rPr sz="2000" spc="50" dirty="0">
                <a:solidFill>
                  <a:srgbClr val="FFFFFF"/>
                </a:solidFill>
                <a:latin typeface="Trebuchet MS"/>
                <a:cs typeface="Trebuchet MS"/>
              </a:rPr>
              <a:t>ke </a:t>
            </a:r>
            <a:r>
              <a:rPr sz="2000" spc="185" dirty="0">
                <a:solidFill>
                  <a:srgbClr val="FFFFFF"/>
                </a:solidFill>
                <a:latin typeface="Trebuchet MS"/>
                <a:cs typeface="Trebuchet MS"/>
              </a:rPr>
              <a:t>hisaab</a:t>
            </a:r>
            <a:r>
              <a:rPr sz="2000" spc="375" dirty="0">
                <a:solidFill>
                  <a:srgbClr val="FFFFFF"/>
                </a:solidFill>
                <a:latin typeface="Trebuchet MS"/>
                <a:cs typeface="Trebuchet MS"/>
              </a:rPr>
              <a:t> </a:t>
            </a:r>
            <a:r>
              <a:rPr sz="2000" dirty="0">
                <a:solidFill>
                  <a:srgbClr val="FFFFFF"/>
                </a:solidFill>
                <a:latin typeface="Trebuchet MS"/>
                <a:cs typeface="Trebuchet MS"/>
              </a:rPr>
              <a:t>se,</a:t>
            </a:r>
            <a:r>
              <a:rPr sz="2000" spc="375" dirty="0">
                <a:solidFill>
                  <a:srgbClr val="FFFFFF"/>
                </a:solidFill>
                <a:latin typeface="Trebuchet MS"/>
                <a:cs typeface="Trebuchet MS"/>
              </a:rPr>
              <a:t> </a:t>
            </a:r>
            <a:r>
              <a:rPr sz="2000" spc="60" dirty="0">
                <a:solidFill>
                  <a:srgbClr val="FFFFFF"/>
                </a:solidFill>
                <a:latin typeface="Trebuchet MS"/>
                <a:cs typeface="Trebuchet MS"/>
              </a:rPr>
              <a:t>jaise</a:t>
            </a:r>
            <a:r>
              <a:rPr sz="2000" spc="375" dirty="0">
                <a:solidFill>
                  <a:srgbClr val="FFFFFF"/>
                </a:solidFill>
                <a:latin typeface="Trebuchet MS"/>
                <a:cs typeface="Trebuchet MS"/>
              </a:rPr>
              <a:t> </a:t>
            </a:r>
            <a:r>
              <a:rPr sz="2000" spc="90" dirty="0">
                <a:solidFill>
                  <a:srgbClr val="FFFFFF"/>
                </a:solidFill>
                <a:latin typeface="Trebuchet MS"/>
                <a:cs typeface="Trebuchet MS"/>
              </a:rPr>
              <a:t>21–</a:t>
            </a:r>
            <a:r>
              <a:rPr sz="2000" spc="160" dirty="0">
                <a:solidFill>
                  <a:srgbClr val="FFFFFF"/>
                </a:solidFill>
                <a:latin typeface="Trebuchet MS"/>
                <a:cs typeface="Trebuchet MS"/>
              </a:rPr>
              <a:t>30</a:t>
            </a:r>
            <a:r>
              <a:rPr sz="2000" spc="375" dirty="0">
                <a:solidFill>
                  <a:srgbClr val="FFFFFF"/>
                </a:solidFill>
                <a:latin typeface="Trebuchet MS"/>
                <a:cs typeface="Trebuchet MS"/>
              </a:rPr>
              <a:t> </a:t>
            </a:r>
            <a:r>
              <a:rPr sz="2000" spc="210" dirty="0">
                <a:solidFill>
                  <a:srgbClr val="FFFFFF"/>
                </a:solidFill>
                <a:latin typeface="Trebuchet MS"/>
                <a:cs typeface="Trebuchet MS"/>
              </a:rPr>
              <a:t>ya</a:t>
            </a:r>
            <a:r>
              <a:rPr sz="2000" spc="375" dirty="0">
                <a:solidFill>
                  <a:srgbClr val="FFFFFF"/>
                </a:solidFill>
                <a:latin typeface="Trebuchet MS"/>
                <a:cs typeface="Trebuchet MS"/>
              </a:rPr>
              <a:t> </a:t>
            </a:r>
            <a:r>
              <a:rPr sz="2000" spc="100" dirty="0">
                <a:solidFill>
                  <a:srgbClr val="FFFFFF"/>
                </a:solidFill>
                <a:latin typeface="Trebuchet MS"/>
                <a:cs typeface="Trebuchet MS"/>
              </a:rPr>
              <a:t>31–</a:t>
            </a:r>
            <a:r>
              <a:rPr sz="2000" spc="185" dirty="0">
                <a:solidFill>
                  <a:srgbClr val="FFFFFF"/>
                </a:solidFill>
                <a:latin typeface="Trebuchet MS"/>
                <a:cs typeface="Trebuchet MS"/>
              </a:rPr>
              <a:t>40)</a:t>
            </a:r>
            <a:r>
              <a:rPr sz="2000" spc="375" dirty="0">
                <a:solidFill>
                  <a:srgbClr val="FFFFFF"/>
                </a:solidFill>
                <a:latin typeface="Trebuchet MS"/>
                <a:cs typeface="Trebuchet MS"/>
              </a:rPr>
              <a:t> </a:t>
            </a:r>
            <a:r>
              <a:rPr sz="2000" spc="150" dirty="0">
                <a:solidFill>
                  <a:srgbClr val="FFFFFF"/>
                </a:solidFill>
                <a:latin typeface="Trebuchet MS"/>
                <a:cs typeface="Trebuchet MS"/>
              </a:rPr>
              <a:t>generated</a:t>
            </a:r>
            <a:r>
              <a:rPr sz="2000" spc="375" dirty="0">
                <a:solidFill>
                  <a:srgbClr val="FFFFFF"/>
                </a:solidFill>
                <a:latin typeface="Trebuchet MS"/>
                <a:cs typeface="Trebuchet MS"/>
              </a:rPr>
              <a:t> </a:t>
            </a:r>
            <a:r>
              <a:rPr sz="2000" spc="85" dirty="0">
                <a:solidFill>
                  <a:srgbClr val="FFFFFF"/>
                </a:solidFill>
                <a:latin typeface="Trebuchet MS"/>
                <a:cs typeface="Trebuchet MS"/>
              </a:rPr>
              <a:t>the</a:t>
            </a:r>
            <a:r>
              <a:rPr sz="2000" spc="375" dirty="0">
                <a:solidFill>
                  <a:srgbClr val="FFFFFF"/>
                </a:solidFill>
                <a:latin typeface="Trebuchet MS"/>
                <a:cs typeface="Trebuchet MS"/>
              </a:rPr>
              <a:t> </a:t>
            </a:r>
            <a:r>
              <a:rPr sz="2000" spc="195" dirty="0">
                <a:solidFill>
                  <a:srgbClr val="FFFFFF"/>
                </a:solidFill>
                <a:latin typeface="Trebuchet MS"/>
                <a:cs typeface="Trebuchet MS"/>
              </a:rPr>
              <a:t>maximum </a:t>
            </a:r>
            <a:r>
              <a:rPr sz="2000" spc="130" dirty="0">
                <a:solidFill>
                  <a:srgbClr val="FFFFFF"/>
                </a:solidFill>
                <a:latin typeface="Trebuchet MS"/>
                <a:cs typeface="Trebuchet MS"/>
              </a:rPr>
              <a:t>revenue</a:t>
            </a:r>
            <a:r>
              <a:rPr sz="2000" spc="-65" dirty="0">
                <a:solidFill>
                  <a:srgbClr val="FFFFFF"/>
                </a:solidFill>
                <a:latin typeface="Trebuchet MS"/>
                <a:cs typeface="Trebuchet MS"/>
              </a:rPr>
              <a:t> </a:t>
            </a:r>
            <a:r>
              <a:rPr sz="2000" spc="229" dirty="0">
                <a:solidFill>
                  <a:srgbClr val="FFFFFF"/>
                </a:solidFill>
                <a:latin typeface="Trebuchet MS"/>
                <a:cs typeface="Trebuchet MS"/>
              </a:rPr>
              <a:t>and</a:t>
            </a:r>
            <a:r>
              <a:rPr sz="2000" spc="-60" dirty="0">
                <a:solidFill>
                  <a:srgbClr val="FFFFFF"/>
                </a:solidFill>
                <a:latin typeface="Trebuchet MS"/>
                <a:cs typeface="Trebuchet MS"/>
              </a:rPr>
              <a:t> </a:t>
            </a:r>
            <a:r>
              <a:rPr sz="2000" spc="165" dirty="0">
                <a:solidFill>
                  <a:srgbClr val="FFFFFF"/>
                </a:solidFill>
                <a:latin typeface="Trebuchet MS"/>
                <a:cs typeface="Trebuchet MS"/>
              </a:rPr>
              <a:t>placed</a:t>
            </a:r>
            <a:r>
              <a:rPr sz="2000" spc="-60" dirty="0">
                <a:solidFill>
                  <a:srgbClr val="FFFFFF"/>
                </a:solidFill>
                <a:latin typeface="Trebuchet MS"/>
                <a:cs typeface="Trebuchet MS"/>
              </a:rPr>
              <a:t> </a:t>
            </a:r>
            <a:r>
              <a:rPr sz="2000" spc="85" dirty="0">
                <a:solidFill>
                  <a:srgbClr val="FFFFFF"/>
                </a:solidFill>
                <a:latin typeface="Trebuchet MS"/>
                <a:cs typeface="Trebuchet MS"/>
              </a:rPr>
              <a:t>the</a:t>
            </a:r>
            <a:r>
              <a:rPr sz="2000" spc="-65" dirty="0">
                <a:solidFill>
                  <a:srgbClr val="FFFFFF"/>
                </a:solidFill>
                <a:latin typeface="Trebuchet MS"/>
                <a:cs typeface="Trebuchet MS"/>
              </a:rPr>
              <a:t> </a:t>
            </a:r>
            <a:r>
              <a:rPr sz="2000" spc="130" dirty="0">
                <a:solidFill>
                  <a:srgbClr val="FFFFFF"/>
                </a:solidFill>
                <a:latin typeface="Trebuchet MS"/>
                <a:cs typeface="Trebuchet MS"/>
              </a:rPr>
              <a:t>highest</a:t>
            </a:r>
            <a:r>
              <a:rPr sz="2000" spc="-60" dirty="0">
                <a:solidFill>
                  <a:srgbClr val="FFFFFF"/>
                </a:solidFill>
                <a:latin typeface="Trebuchet MS"/>
                <a:cs typeface="Trebuchet MS"/>
              </a:rPr>
              <a:t> </a:t>
            </a:r>
            <a:r>
              <a:rPr sz="2000" spc="180" dirty="0">
                <a:solidFill>
                  <a:srgbClr val="FFFFFF"/>
                </a:solidFill>
                <a:latin typeface="Trebuchet MS"/>
                <a:cs typeface="Trebuchet MS"/>
              </a:rPr>
              <a:t>number</a:t>
            </a:r>
            <a:r>
              <a:rPr sz="2000" spc="-60" dirty="0">
                <a:solidFill>
                  <a:srgbClr val="FFFFFF"/>
                </a:solidFill>
                <a:latin typeface="Trebuchet MS"/>
                <a:cs typeface="Trebuchet MS"/>
              </a:rPr>
              <a:t> </a:t>
            </a:r>
            <a:r>
              <a:rPr sz="2000" spc="55" dirty="0">
                <a:solidFill>
                  <a:srgbClr val="FFFFFF"/>
                </a:solidFill>
                <a:latin typeface="Trebuchet MS"/>
                <a:cs typeface="Trebuchet MS"/>
              </a:rPr>
              <a:t>of</a:t>
            </a:r>
            <a:r>
              <a:rPr sz="2000" spc="-65" dirty="0">
                <a:solidFill>
                  <a:srgbClr val="FFFFFF"/>
                </a:solidFill>
                <a:latin typeface="Trebuchet MS"/>
                <a:cs typeface="Trebuchet MS"/>
              </a:rPr>
              <a:t> </a:t>
            </a:r>
            <a:r>
              <a:rPr sz="2000" spc="45" dirty="0">
                <a:solidFill>
                  <a:srgbClr val="FFFFFF"/>
                </a:solidFill>
                <a:latin typeface="Trebuchet MS"/>
                <a:cs typeface="Trebuchet MS"/>
              </a:rPr>
              <a:t>orders.</a:t>
            </a:r>
            <a:endParaRPr sz="2000">
              <a:latin typeface="Trebuchet MS"/>
              <a:cs typeface="Trebuchet MS"/>
            </a:endParaRPr>
          </a:p>
          <a:p>
            <a:pPr marL="12700" marR="5080" algn="just">
              <a:lnSpc>
                <a:spcPct val="115599"/>
              </a:lnSpc>
            </a:pPr>
            <a:r>
              <a:rPr sz="2000" spc="254" dirty="0">
                <a:solidFill>
                  <a:srgbClr val="FFFFFF"/>
                </a:solidFill>
                <a:latin typeface="Trebuchet MS"/>
                <a:cs typeface="Trebuchet MS"/>
              </a:rPr>
              <a:t>Cash</a:t>
            </a:r>
            <a:r>
              <a:rPr sz="2000" spc="-25" dirty="0">
                <a:solidFill>
                  <a:srgbClr val="FFFFFF"/>
                </a:solidFill>
                <a:latin typeface="Trebuchet MS"/>
                <a:cs typeface="Trebuchet MS"/>
              </a:rPr>
              <a:t> </a:t>
            </a:r>
            <a:r>
              <a:rPr sz="2000" spc="220" dirty="0">
                <a:solidFill>
                  <a:srgbClr val="FFFFFF"/>
                </a:solidFill>
                <a:latin typeface="Trebuchet MS"/>
                <a:cs typeface="Trebuchet MS"/>
              </a:rPr>
              <a:t>was</a:t>
            </a:r>
            <a:r>
              <a:rPr sz="2000" spc="-25" dirty="0">
                <a:solidFill>
                  <a:srgbClr val="FFFFFF"/>
                </a:solidFill>
                <a:latin typeface="Trebuchet MS"/>
                <a:cs typeface="Trebuchet MS"/>
              </a:rPr>
              <a:t> </a:t>
            </a:r>
            <a:r>
              <a:rPr sz="2000" spc="85" dirty="0">
                <a:solidFill>
                  <a:srgbClr val="FFFFFF"/>
                </a:solidFill>
                <a:latin typeface="Trebuchet MS"/>
                <a:cs typeface="Trebuchet MS"/>
              </a:rPr>
              <a:t>the</a:t>
            </a:r>
            <a:r>
              <a:rPr sz="2000" spc="-20" dirty="0">
                <a:solidFill>
                  <a:srgbClr val="FFFFFF"/>
                </a:solidFill>
                <a:latin typeface="Trebuchet MS"/>
                <a:cs typeface="Trebuchet MS"/>
              </a:rPr>
              <a:t> </a:t>
            </a:r>
            <a:r>
              <a:rPr sz="2000" spc="180" dirty="0">
                <a:solidFill>
                  <a:srgbClr val="FFFFFF"/>
                </a:solidFill>
                <a:latin typeface="Trebuchet MS"/>
                <a:cs typeface="Trebuchet MS"/>
              </a:rPr>
              <a:t>most</a:t>
            </a:r>
            <a:r>
              <a:rPr sz="2000" spc="-25" dirty="0">
                <a:solidFill>
                  <a:srgbClr val="FFFFFF"/>
                </a:solidFill>
                <a:latin typeface="Trebuchet MS"/>
                <a:cs typeface="Trebuchet MS"/>
              </a:rPr>
              <a:t> </a:t>
            </a:r>
            <a:r>
              <a:rPr sz="2000" spc="75" dirty="0">
                <a:solidFill>
                  <a:srgbClr val="FFFFFF"/>
                </a:solidFill>
                <a:latin typeface="Trebuchet MS"/>
                <a:cs typeface="Trebuchet MS"/>
              </a:rPr>
              <a:t>preferred</a:t>
            </a:r>
            <a:r>
              <a:rPr sz="2000" spc="-25" dirty="0">
                <a:solidFill>
                  <a:srgbClr val="FFFFFF"/>
                </a:solidFill>
                <a:latin typeface="Trebuchet MS"/>
                <a:cs typeface="Trebuchet MS"/>
              </a:rPr>
              <a:t> </a:t>
            </a:r>
            <a:r>
              <a:rPr sz="2000" spc="180" dirty="0">
                <a:solidFill>
                  <a:srgbClr val="FFFFFF"/>
                </a:solidFill>
                <a:latin typeface="Trebuchet MS"/>
                <a:cs typeface="Trebuchet MS"/>
              </a:rPr>
              <a:t>payment</a:t>
            </a:r>
            <a:r>
              <a:rPr sz="2000" spc="-20" dirty="0">
                <a:solidFill>
                  <a:srgbClr val="FFFFFF"/>
                </a:solidFill>
                <a:latin typeface="Trebuchet MS"/>
                <a:cs typeface="Trebuchet MS"/>
              </a:rPr>
              <a:t> </a:t>
            </a:r>
            <a:r>
              <a:rPr sz="2000" spc="100" dirty="0">
                <a:solidFill>
                  <a:srgbClr val="FFFFFF"/>
                </a:solidFill>
                <a:latin typeface="Trebuchet MS"/>
                <a:cs typeface="Trebuchet MS"/>
              </a:rPr>
              <a:t>method,</a:t>
            </a:r>
            <a:r>
              <a:rPr sz="2000" spc="-25" dirty="0">
                <a:solidFill>
                  <a:srgbClr val="FFFFFF"/>
                </a:solidFill>
                <a:latin typeface="Trebuchet MS"/>
                <a:cs typeface="Trebuchet MS"/>
              </a:rPr>
              <a:t> </a:t>
            </a:r>
            <a:r>
              <a:rPr sz="2000" spc="85" dirty="0">
                <a:solidFill>
                  <a:srgbClr val="FFFFFF"/>
                </a:solidFill>
                <a:latin typeface="Trebuchet MS"/>
                <a:cs typeface="Trebuchet MS"/>
              </a:rPr>
              <a:t>contributing </a:t>
            </a:r>
            <a:r>
              <a:rPr sz="2000" spc="75" dirty="0">
                <a:solidFill>
                  <a:srgbClr val="FFFFFF"/>
                </a:solidFill>
                <a:latin typeface="Trebuchet MS"/>
                <a:cs typeface="Trebuchet MS"/>
              </a:rPr>
              <a:t>significantly</a:t>
            </a:r>
            <a:r>
              <a:rPr sz="2000" spc="-50" dirty="0">
                <a:solidFill>
                  <a:srgbClr val="FFFFFF"/>
                </a:solidFill>
                <a:latin typeface="Trebuchet MS"/>
                <a:cs typeface="Trebuchet MS"/>
              </a:rPr>
              <a:t> </a:t>
            </a:r>
            <a:r>
              <a:rPr sz="2000" spc="65" dirty="0">
                <a:solidFill>
                  <a:srgbClr val="FFFFFF"/>
                </a:solidFill>
                <a:latin typeface="Trebuchet MS"/>
                <a:cs typeface="Trebuchet MS"/>
              </a:rPr>
              <a:t>to</a:t>
            </a:r>
            <a:r>
              <a:rPr sz="2000" spc="-45" dirty="0">
                <a:solidFill>
                  <a:srgbClr val="FFFFFF"/>
                </a:solidFill>
                <a:latin typeface="Trebuchet MS"/>
                <a:cs typeface="Trebuchet MS"/>
              </a:rPr>
              <a:t> </a:t>
            </a:r>
            <a:r>
              <a:rPr sz="2000" spc="50" dirty="0">
                <a:solidFill>
                  <a:srgbClr val="FFFFFF"/>
                </a:solidFill>
                <a:latin typeface="Trebuchet MS"/>
                <a:cs typeface="Trebuchet MS"/>
              </a:rPr>
              <a:t>total</a:t>
            </a:r>
            <a:r>
              <a:rPr sz="2000" spc="-50" dirty="0">
                <a:solidFill>
                  <a:srgbClr val="FFFFFF"/>
                </a:solidFill>
                <a:latin typeface="Trebuchet MS"/>
                <a:cs typeface="Trebuchet MS"/>
              </a:rPr>
              <a:t> </a:t>
            </a:r>
            <a:r>
              <a:rPr sz="2000" spc="65" dirty="0">
                <a:solidFill>
                  <a:srgbClr val="FFFFFF"/>
                </a:solidFill>
                <a:latin typeface="Trebuchet MS"/>
                <a:cs typeface="Trebuchet MS"/>
              </a:rPr>
              <a:t>sales.</a:t>
            </a:r>
            <a:endParaRPr sz="2000">
              <a:latin typeface="Trebuchet MS"/>
              <a:cs typeface="Trebuchet MS"/>
            </a:endParaRPr>
          </a:p>
        </p:txBody>
      </p:sp>
      <p:pic>
        <p:nvPicPr>
          <p:cNvPr id="4" name="object 4"/>
          <p:cNvPicPr/>
          <p:nvPr/>
        </p:nvPicPr>
        <p:blipFill>
          <a:blip r:embed="rId2" cstate="print"/>
          <a:stretch>
            <a:fillRect/>
          </a:stretch>
        </p:blipFill>
        <p:spPr>
          <a:xfrm>
            <a:off x="693992" y="1909926"/>
            <a:ext cx="85725" cy="85724"/>
          </a:xfrm>
          <a:prstGeom prst="rect">
            <a:avLst/>
          </a:prstGeom>
        </p:spPr>
      </p:pic>
      <p:pic>
        <p:nvPicPr>
          <p:cNvPr id="5" name="object 5"/>
          <p:cNvPicPr/>
          <p:nvPr/>
        </p:nvPicPr>
        <p:blipFill>
          <a:blip r:embed="rId2" cstate="print"/>
          <a:stretch>
            <a:fillRect/>
          </a:stretch>
        </p:blipFill>
        <p:spPr>
          <a:xfrm>
            <a:off x="693992" y="2614776"/>
            <a:ext cx="85725" cy="85724"/>
          </a:xfrm>
          <a:prstGeom prst="rect">
            <a:avLst/>
          </a:prstGeom>
        </p:spPr>
      </p:pic>
      <p:pic>
        <p:nvPicPr>
          <p:cNvPr id="6" name="object 6"/>
          <p:cNvPicPr/>
          <p:nvPr/>
        </p:nvPicPr>
        <p:blipFill>
          <a:blip r:embed="rId2" cstate="print"/>
          <a:stretch>
            <a:fillRect/>
          </a:stretch>
        </p:blipFill>
        <p:spPr>
          <a:xfrm>
            <a:off x="693992" y="3672051"/>
            <a:ext cx="85725" cy="85724"/>
          </a:xfrm>
          <a:prstGeom prst="rect">
            <a:avLst/>
          </a:prstGeom>
        </p:spPr>
      </p:pic>
      <p:pic>
        <p:nvPicPr>
          <p:cNvPr id="7" name="object 7"/>
          <p:cNvPicPr/>
          <p:nvPr/>
        </p:nvPicPr>
        <p:blipFill>
          <a:blip r:embed="rId2" cstate="print"/>
          <a:stretch>
            <a:fillRect/>
          </a:stretch>
        </p:blipFill>
        <p:spPr>
          <a:xfrm>
            <a:off x="693992" y="4376901"/>
            <a:ext cx="85725" cy="85724"/>
          </a:xfrm>
          <a:prstGeom prst="rect">
            <a:avLst/>
          </a:prstGeom>
        </p:spPr>
      </p:pic>
      <p:sp>
        <p:nvSpPr>
          <p:cNvPr id="8" name="object 8"/>
          <p:cNvSpPr txBox="1"/>
          <p:nvPr/>
        </p:nvSpPr>
        <p:spPr>
          <a:xfrm>
            <a:off x="922542" y="1719414"/>
            <a:ext cx="8070850" cy="3549650"/>
          </a:xfrm>
          <a:prstGeom prst="rect">
            <a:avLst/>
          </a:prstGeom>
        </p:spPr>
        <p:txBody>
          <a:bodyPr vert="horz" wrap="square" lIns="0" tIns="12700" rIns="0" bIns="0" rtlCol="0">
            <a:spAutoFit/>
          </a:bodyPr>
          <a:lstStyle/>
          <a:p>
            <a:pPr marL="12700" marR="5080">
              <a:lnSpc>
                <a:spcPct val="115599"/>
              </a:lnSpc>
              <a:spcBef>
                <a:spcPts val="100"/>
              </a:spcBef>
            </a:pPr>
            <a:r>
              <a:rPr sz="2000" spc="-50" dirty="0">
                <a:solidFill>
                  <a:srgbClr val="FFFFFF"/>
                </a:solidFill>
                <a:latin typeface="Verdana"/>
                <a:cs typeface="Verdana"/>
              </a:rPr>
              <a:t>Shopping</a:t>
            </a:r>
            <a:r>
              <a:rPr sz="2000" spc="-170" dirty="0">
                <a:solidFill>
                  <a:srgbClr val="FFFFFF"/>
                </a:solidFill>
                <a:latin typeface="Verdana"/>
                <a:cs typeface="Verdana"/>
              </a:rPr>
              <a:t> </a:t>
            </a:r>
            <a:r>
              <a:rPr sz="2000" spc="-50" dirty="0">
                <a:solidFill>
                  <a:srgbClr val="FFFFFF"/>
                </a:solidFill>
                <a:latin typeface="Verdana"/>
                <a:cs typeface="Verdana"/>
              </a:rPr>
              <a:t>mall</a:t>
            </a:r>
            <a:r>
              <a:rPr sz="2000" spc="-165" dirty="0">
                <a:solidFill>
                  <a:srgbClr val="FFFFFF"/>
                </a:solidFill>
                <a:latin typeface="Verdana"/>
                <a:cs typeface="Verdana"/>
              </a:rPr>
              <a:t> </a:t>
            </a:r>
            <a:r>
              <a:rPr sz="2000" spc="-30" dirty="0">
                <a:solidFill>
                  <a:srgbClr val="FFFFFF"/>
                </a:solidFill>
                <a:latin typeface="Verdana"/>
                <a:cs typeface="Verdana"/>
              </a:rPr>
              <a:t>performance</a:t>
            </a:r>
            <a:r>
              <a:rPr sz="2000" spc="-165" dirty="0">
                <a:solidFill>
                  <a:srgbClr val="FFFFFF"/>
                </a:solidFill>
                <a:latin typeface="Verdana"/>
                <a:cs typeface="Verdana"/>
              </a:rPr>
              <a:t> </a:t>
            </a:r>
            <a:r>
              <a:rPr sz="2000" spc="-70" dirty="0">
                <a:solidFill>
                  <a:srgbClr val="FFFFFF"/>
                </a:solidFill>
                <a:latin typeface="Verdana"/>
                <a:cs typeface="Verdana"/>
              </a:rPr>
              <a:t>varied,</a:t>
            </a:r>
            <a:r>
              <a:rPr sz="2000" spc="-170" dirty="0">
                <a:solidFill>
                  <a:srgbClr val="FFFFFF"/>
                </a:solidFill>
                <a:latin typeface="Verdana"/>
                <a:cs typeface="Verdana"/>
              </a:rPr>
              <a:t> </a:t>
            </a:r>
            <a:r>
              <a:rPr sz="2000" spc="-35" dirty="0">
                <a:solidFill>
                  <a:srgbClr val="FFFFFF"/>
                </a:solidFill>
                <a:latin typeface="Verdana"/>
                <a:cs typeface="Verdana"/>
              </a:rPr>
              <a:t>indicating</a:t>
            </a:r>
            <a:r>
              <a:rPr sz="2000" spc="-165" dirty="0">
                <a:solidFill>
                  <a:srgbClr val="FFFFFF"/>
                </a:solidFill>
                <a:latin typeface="Verdana"/>
                <a:cs typeface="Verdana"/>
              </a:rPr>
              <a:t> </a:t>
            </a:r>
            <a:r>
              <a:rPr sz="2000" spc="-30" dirty="0">
                <a:solidFill>
                  <a:srgbClr val="FFFFFF"/>
                </a:solidFill>
                <a:latin typeface="Verdana"/>
                <a:cs typeface="Verdana"/>
              </a:rPr>
              <a:t>that</a:t>
            </a:r>
            <a:r>
              <a:rPr sz="2000" spc="-165" dirty="0">
                <a:solidFill>
                  <a:srgbClr val="FFFFFF"/>
                </a:solidFill>
                <a:latin typeface="Verdana"/>
                <a:cs typeface="Verdana"/>
              </a:rPr>
              <a:t> </a:t>
            </a:r>
            <a:r>
              <a:rPr sz="2000" spc="-60" dirty="0">
                <a:solidFill>
                  <a:srgbClr val="FFFFFF"/>
                </a:solidFill>
                <a:latin typeface="Verdana"/>
                <a:cs typeface="Verdana"/>
              </a:rPr>
              <a:t>some</a:t>
            </a:r>
            <a:r>
              <a:rPr sz="2000" spc="-170" dirty="0">
                <a:solidFill>
                  <a:srgbClr val="FFFFFF"/>
                </a:solidFill>
                <a:latin typeface="Verdana"/>
                <a:cs typeface="Verdana"/>
              </a:rPr>
              <a:t> </a:t>
            </a:r>
            <a:r>
              <a:rPr sz="2000" spc="-10" dirty="0">
                <a:solidFill>
                  <a:srgbClr val="FFFFFF"/>
                </a:solidFill>
                <a:latin typeface="Verdana"/>
                <a:cs typeface="Verdana"/>
              </a:rPr>
              <a:t>locations </a:t>
            </a:r>
            <a:r>
              <a:rPr sz="2000" spc="-60" dirty="0">
                <a:solidFill>
                  <a:srgbClr val="FFFFFF"/>
                </a:solidFill>
                <a:latin typeface="Verdana"/>
                <a:cs typeface="Verdana"/>
              </a:rPr>
              <a:t>generated</a:t>
            </a:r>
            <a:r>
              <a:rPr sz="2000" spc="-170" dirty="0">
                <a:solidFill>
                  <a:srgbClr val="FFFFFF"/>
                </a:solidFill>
                <a:latin typeface="Verdana"/>
                <a:cs typeface="Verdana"/>
              </a:rPr>
              <a:t> </a:t>
            </a:r>
            <a:r>
              <a:rPr sz="2000" spc="-60" dirty="0">
                <a:solidFill>
                  <a:srgbClr val="FFFFFF"/>
                </a:solidFill>
                <a:latin typeface="Verdana"/>
                <a:cs typeface="Verdana"/>
              </a:rPr>
              <a:t>higher</a:t>
            </a:r>
            <a:r>
              <a:rPr sz="2000" spc="-170" dirty="0">
                <a:solidFill>
                  <a:srgbClr val="FFFFFF"/>
                </a:solidFill>
                <a:latin typeface="Verdana"/>
                <a:cs typeface="Verdana"/>
              </a:rPr>
              <a:t> </a:t>
            </a:r>
            <a:r>
              <a:rPr sz="2000" spc="-60" dirty="0">
                <a:solidFill>
                  <a:srgbClr val="FFFFFF"/>
                </a:solidFill>
                <a:latin typeface="Verdana"/>
                <a:cs typeface="Verdana"/>
              </a:rPr>
              <a:t>revenue</a:t>
            </a:r>
            <a:r>
              <a:rPr sz="2000" spc="-165" dirty="0">
                <a:solidFill>
                  <a:srgbClr val="FFFFFF"/>
                </a:solidFill>
                <a:latin typeface="Verdana"/>
                <a:cs typeface="Verdana"/>
              </a:rPr>
              <a:t> </a:t>
            </a:r>
            <a:r>
              <a:rPr sz="2000" spc="-45" dirty="0">
                <a:solidFill>
                  <a:srgbClr val="FFFFFF"/>
                </a:solidFill>
                <a:latin typeface="Verdana"/>
                <a:cs typeface="Verdana"/>
              </a:rPr>
              <a:t>and</a:t>
            </a:r>
            <a:r>
              <a:rPr sz="2000" spc="-170" dirty="0">
                <a:solidFill>
                  <a:srgbClr val="FFFFFF"/>
                </a:solidFill>
                <a:latin typeface="Verdana"/>
                <a:cs typeface="Verdana"/>
              </a:rPr>
              <a:t> </a:t>
            </a:r>
            <a:r>
              <a:rPr sz="2000" spc="-35" dirty="0">
                <a:solidFill>
                  <a:srgbClr val="FFFFFF"/>
                </a:solidFill>
                <a:latin typeface="Verdana"/>
                <a:cs typeface="Verdana"/>
              </a:rPr>
              <a:t>customer</a:t>
            </a:r>
            <a:r>
              <a:rPr sz="2000" spc="-165" dirty="0">
                <a:solidFill>
                  <a:srgbClr val="FFFFFF"/>
                </a:solidFill>
                <a:latin typeface="Verdana"/>
                <a:cs typeface="Verdana"/>
              </a:rPr>
              <a:t> </a:t>
            </a:r>
            <a:r>
              <a:rPr sz="2000" dirty="0">
                <a:solidFill>
                  <a:srgbClr val="FFFFFF"/>
                </a:solidFill>
                <a:latin typeface="Verdana"/>
                <a:cs typeface="Verdana"/>
              </a:rPr>
              <a:t>traffic</a:t>
            </a:r>
            <a:r>
              <a:rPr sz="2000" spc="-170" dirty="0">
                <a:solidFill>
                  <a:srgbClr val="FFFFFF"/>
                </a:solidFill>
                <a:latin typeface="Verdana"/>
                <a:cs typeface="Verdana"/>
              </a:rPr>
              <a:t> </a:t>
            </a:r>
            <a:r>
              <a:rPr sz="2000" spc="-40" dirty="0">
                <a:solidFill>
                  <a:srgbClr val="FFFFFF"/>
                </a:solidFill>
                <a:latin typeface="Verdana"/>
                <a:cs typeface="Verdana"/>
              </a:rPr>
              <a:t>than</a:t>
            </a:r>
            <a:r>
              <a:rPr sz="2000" spc="-165" dirty="0">
                <a:solidFill>
                  <a:srgbClr val="FFFFFF"/>
                </a:solidFill>
                <a:latin typeface="Verdana"/>
                <a:cs typeface="Verdana"/>
              </a:rPr>
              <a:t> </a:t>
            </a:r>
            <a:r>
              <a:rPr sz="2000" spc="-10" dirty="0">
                <a:solidFill>
                  <a:srgbClr val="FFFFFF"/>
                </a:solidFill>
                <a:latin typeface="Verdana"/>
                <a:cs typeface="Verdana"/>
              </a:rPr>
              <a:t>others.</a:t>
            </a:r>
            <a:endParaRPr sz="2000">
              <a:latin typeface="Verdana"/>
              <a:cs typeface="Verdana"/>
            </a:endParaRPr>
          </a:p>
          <a:p>
            <a:pPr marL="12700" marR="405765">
              <a:lnSpc>
                <a:spcPct val="115599"/>
              </a:lnSpc>
            </a:pPr>
            <a:r>
              <a:rPr sz="2000" spc="-60" dirty="0">
                <a:solidFill>
                  <a:srgbClr val="FFFFFF"/>
                </a:solidFill>
                <a:latin typeface="Verdana"/>
                <a:cs typeface="Verdana"/>
              </a:rPr>
              <a:t>The</a:t>
            </a:r>
            <a:r>
              <a:rPr sz="2000" spc="-175" dirty="0">
                <a:solidFill>
                  <a:srgbClr val="FFFFFF"/>
                </a:solidFill>
                <a:latin typeface="Verdana"/>
                <a:cs typeface="Verdana"/>
              </a:rPr>
              <a:t> </a:t>
            </a:r>
            <a:r>
              <a:rPr sz="2000" spc="-35" dirty="0">
                <a:solidFill>
                  <a:srgbClr val="FFFFFF"/>
                </a:solidFill>
                <a:latin typeface="Verdana"/>
                <a:cs typeface="Verdana"/>
              </a:rPr>
              <a:t>dashboard</a:t>
            </a:r>
            <a:r>
              <a:rPr sz="2000" spc="-170" dirty="0">
                <a:solidFill>
                  <a:srgbClr val="FFFFFF"/>
                </a:solidFill>
                <a:latin typeface="Verdana"/>
                <a:cs typeface="Verdana"/>
              </a:rPr>
              <a:t> </a:t>
            </a:r>
            <a:r>
              <a:rPr sz="2000" spc="-30" dirty="0">
                <a:solidFill>
                  <a:srgbClr val="FFFFFF"/>
                </a:solidFill>
                <a:latin typeface="Verdana"/>
                <a:cs typeface="Verdana"/>
              </a:rPr>
              <a:t>provides</a:t>
            </a:r>
            <a:r>
              <a:rPr sz="2000" spc="-170" dirty="0">
                <a:solidFill>
                  <a:srgbClr val="FFFFFF"/>
                </a:solidFill>
                <a:latin typeface="Verdana"/>
                <a:cs typeface="Verdana"/>
              </a:rPr>
              <a:t> </a:t>
            </a:r>
            <a:r>
              <a:rPr sz="2000" spc="-45" dirty="0">
                <a:solidFill>
                  <a:srgbClr val="FFFFFF"/>
                </a:solidFill>
                <a:latin typeface="Verdana"/>
                <a:cs typeface="Verdana"/>
              </a:rPr>
              <a:t>valuable</a:t>
            </a:r>
            <a:r>
              <a:rPr sz="2000" spc="-170" dirty="0">
                <a:solidFill>
                  <a:srgbClr val="FFFFFF"/>
                </a:solidFill>
                <a:latin typeface="Verdana"/>
                <a:cs typeface="Verdana"/>
              </a:rPr>
              <a:t> </a:t>
            </a:r>
            <a:r>
              <a:rPr sz="2000" spc="-50" dirty="0">
                <a:solidFill>
                  <a:srgbClr val="FFFFFF"/>
                </a:solidFill>
                <a:latin typeface="Verdana"/>
                <a:cs typeface="Verdana"/>
              </a:rPr>
              <a:t>insights</a:t>
            </a:r>
            <a:r>
              <a:rPr sz="2000" spc="-170" dirty="0">
                <a:solidFill>
                  <a:srgbClr val="FFFFFF"/>
                </a:solidFill>
                <a:latin typeface="Verdana"/>
                <a:cs typeface="Verdana"/>
              </a:rPr>
              <a:t> </a:t>
            </a:r>
            <a:r>
              <a:rPr sz="2000" spc="-10" dirty="0">
                <a:solidFill>
                  <a:srgbClr val="FFFFFF"/>
                </a:solidFill>
                <a:latin typeface="Verdana"/>
                <a:cs typeface="Verdana"/>
              </a:rPr>
              <a:t>into</a:t>
            </a:r>
            <a:r>
              <a:rPr sz="2000" spc="-175" dirty="0">
                <a:solidFill>
                  <a:srgbClr val="FFFFFF"/>
                </a:solidFill>
                <a:latin typeface="Verdana"/>
                <a:cs typeface="Verdana"/>
              </a:rPr>
              <a:t> </a:t>
            </a:r>
            <a:r>
              <a:rPr sz="2000" spc="-10" dirty="0">
                <a:solidFill>
                  <a:srgbClr val="FFFFFF"/>
                </a:solidFill>
                <a:latin typeface="Verdana"/>
                <a:cs typeface="Verdana"/>
              </a:rPr>
              <a:t>customer </a:t>
            </a:r>
            <a:r>
              <a:rPr sz="2000" spc="-80" dirty="0">
                <a:solidFill>
                  <a:srgbClr val="FFFFFF"/>
                </a:solidFill>
                <a:latin typeface="Verdana"/>
                <a:cs typeface="Verdana"/>
              </a:rPr>
              <a:t>behaviour,</a:t>
            </a:r>
            <a:r>
              <a:rPr sz="2000" spc="-155" dirty="0">
                <a:solidFill>
                  <a:srgbClr val="FFFFFF"/>
                </a:solidFill>
                <a:latin typeface="Verdana"/>
                <a:cs typeface="Verdana"/>
              </a:rPr>
              <a:t> </a:t>
            </a:r>
            <a:r>
              <a:rPr sz="2000" spc="-50" dirty="0">
                <a:solidFill>
                  <a:srgbClr val="FFFFFF"/>
                </a:solidFill>
                <a:latin typeface="Verdana"/>
                <a:cs typeface="Verdana"/>
              </a:rPr>
              <a:t>sales</a:t>
            </a:r>
            <a:r>
              <a:rPr sz="2000" spc="-150" dirty="0">
                <a:solidFill>
                  <a:srgbClr val="FFFFFF"/>
                </a:solidFill>
                <a:latin typeface="Verdana"/>
                <a:cs typeface="Verdana"/>
              </a:rPr>
              <a:t> </a:t>
            </a:r>
            <a:r>
              <a:rPr sz="2000" spc="-50" dirty="0">
                <a:solidFill>
                  <a:srgbClr val="FFFFFF"/>
                </a:solidFill>
                <a:latin typeface="Verdana"/>
                <a:cs typeface="Verdana"/>
              </a:rPr>
              <a:t>performance,</a:t>
            </a:r>
            <a:r>
              <a:rPr sz="2000" spc="-155" dirty="0">
                <a:solidFill>
                  <a:srgbClr val="FFFFFF"/>
                </a:solidFill>
                <a:latin typeface="Verdana"/>
                <a:cs typeface="Verdana"/>
              </a:rPr>
              <a:t> </a:t>
            </a:r>
            <a:r>
              <a:rPr sz="2000" spc="-45" dirty="0">
                <a:solidFill>
                  <a:srgbClr val="FFFFFF"/>
                </a:solidFill>
                <a:latin typeface="Verdana"/>
                <a:cs typeface="Verdana"/>
              </a:rPr>
              <a:t>and</a:t>
            </a:r>
            <a:r>
              <a:rPr sz="2000" spc="-150" dirty="0">
                <a:solidFill>
                  <a:srgbClr val="FFFFFF"/>
                </a:solidFill>
                <a:latin typeface="Verdana"/>
                <a:cs typeface="Verdana"/>
              </a:rPr>
              <a:t> </a:t>
            </a:r>
            <a:r>
              <a:rPr sz="2000" spc="-50" dirty="0">
                <a:solidFill>
                  <a:srgbClr val="FFFFFF"/>
                </a:solidFill>
                <a:latin typeface="Verdana"/>
                <a:cs typeface="Verdana"/>
              </a:rPr>
              <a:t>purchasing</a:t>
            </a:r>
            <a:r>
              <a:rPr sz="2000" spc="-150" dirty="0">
                <a:solidFill>
                  <a:srgbClr val="FFFFFF"/>
                </a:solidFill>
                <a:latin typeface="Verdana"/>
                <a:cs typeface="Verdana"/>
              </a:rPr>
              <a:t> </a:t>
            </a:r>
            <a:r>
              <a:rPr sz="2000" spc="-60" dirty="0">
                <a:solidFill>
                  <a:srgbClr val="FFFFFF"/>
                </a:solidFill>
                <a:latin typeface="Verdana"/>
                <a:cs typeface="Verdana"/>
              </a:rPr>
              <a:t>trends,</a:t>
            </a:r>
            <a:r>
              <a:rPr sz="2000" spc="-155" dirty="0">
                <a:solidFill>
                  <a:srgbClr val="FFFFFF"/>
                </a:solidFill>
                <a:latin typeface="Verdana"/>
                <a:cs typeface="Verdana"/>
              </a:rPr>
              <a:t> </a:t>
            </a:r>
            <a:r>
              <a:rPr sz="2000" spc="-10" dirty="0">
                <a:solidFill>
                  <a:srgbClr val="FFFFFF"/>
                </a:solidFill>
                <a:latin typeface="Verdana"/>
                <a:cs typeface="Verdana"/>
              </a:rPr>
              <a:t>enabling </a:t>
            </a:r>
            <a:r>
              <a:rPr sz="2000" spc="-75" dirty="0">
                <a:solidFill>
                  <a:srgbClr val="FFFFFF"/>
                </a:solidFill>
                <a:latin typeface="Verdana"/>
                <a:cs typeface="Verdana"/>
              </a:rPr>
              <a:t>data-</a:t>
            </a:r>
            <a:r>
              <a:rPr sz="2000" spc="-40" dirty="0">
                <a:solidFill>
                  <a:srgbClr val="FFFFFF"/>
                </a:solidFill>
                <a:latin typeface="Verdana"/>
                <a:cs typeface="Verdana"/>
              </a:rPr>
              <a:t>driven</a:t>
            </a:r>
            <a:r>
              <a:rPr sz="2000" spc="-140" dirty="0">
                <a:solidFill>
                  <a:srgbClr val="FFFFFF"/>
                </a:solidFill>
                <a:latin typeface="Verdana"/>
                <a:cs typeface="Verdana"/>
              </a:rPr>
              <a:t> </a:t>
            </a:r>
            <a:r>
              <a:rPr sz="2000" spc="-40" dirty="0">
                <a:solidFill>
                  <a:srgbClr val="FFFFFF"/>
                </a:solidFill>
                <a:latin typeface="Verdana"/>
                <a:cs typeface="Verdana"/>
              </a:rPr>
              <a:t>business</a:t>
            </a:r>
            <a:r>
              <a:rPr sz="2000" spc="-140" dirty="0">
                <a:solidFill>
                  <a:srgbClr val="FFFFFF"/>
                </a:solidFill>
                <a:latin typeface="Verdana"/>
                <a:cs typeface="Verdana"/>
              </a:rPr>
              <a:t> </a:t>
            </a:r>
            <a:r>
              <a:rPr sz="2000" spc="-10" dirty="0">
                <a:solidFill>
                  <a:srgbClr val="FFFFFF"/>
                </a:solidFill>
                <a:latin typeface="Verdana"/>
                <a:cs typeface="Verdana"/>
              </a:rPr>
              <a:t>decisions.</a:t>
            </a:r>
            <a:endParaRPr sz="2000">
              <a:latin typeface="Verdana"/>
              <a:cs typeface="Verdana"/>
            </a:endParaRPr>
          </a:p>
          <a:p>
            <a:pPr marL="12700" marR="5080">
              <a:lnSpc>
                <a:spcPct val="115599"/>
              </a:lnSpc>
            </a:pPr>
            <a:r>
              <a:rPr sz="2000" spc="-50" dirty="0">
                <a:solidFill>
                  <a:srgbClr val="FFFFFF"/>
                </a:solidFill>
                <a:latin typeface="Verdana"/>
                <a:cs typeface="Verdana"/>
              </a:rPr>
              <a:t>Shopping</a:t>
            </a:r>
            <a:r>
              <a:rPr sz="2000" spc="-170" dirty="0">
                <a:solidFill>
                  <a:srgbClr val="FFFFFF"/>
                </a:solidFill>
                <a:latin typeface="Verdana"/>
                <a:cs typeface="Verdana"/>
              </a:rPr>
              <a:t> </a:t>
            </a:r>
            <a:r>
              <a:rPr sz="2000" spc="-50" dirty="0">
                <a:solidFill>
                  <a:srgbClr val="FFFFFF"/>
                </a:solidFill>
                <a:latin typeface="Verdana"/>
                <a:cs typeface="Verdana"/>
              </a:rPr>
              <a:t>mall</a:t>
            </a:r>
            <a:r>
              <a:rPr sz="2000" spc="-165" dirty="0">
                <a:solidFill>
                  <a:srgbClr val="FFFFFF"/>
                </a:solidFill>
                <a:latin typeface="Verdana"/>
                <a:cs typeface="Verdana"/>
              </a:rPr>
              <a:t> </a:t>
            </a:r>
            <a:r>
              <a:rPr sz="2000" spc="-30" dirty="0">
                <a:solidFill>
                  <a:srgbClr val="FFFFFF"/>
                </a:solidFill>
                <a:latin typeface="Verdana"/>
                <a:cs typeface="Verdana"/>
              </a:rPr>
              <a:t>performance</a:t>
            </a:r>
            <a:r>
              <a:rPr sz="2000" spc="-165" dirty="0">
                <a:solidFill>
                  <a:srgbClr val="FFFFFF"/>
                </a:solidFill>
                <a:latin typeface="Verdana"/>
                <a:cs typeface="Verdana"/>
              </a:rPr>
              <a:t> </a:t>
            </a:r>
            <a:r>
              <a:rPr sz="2000" spc="-70" dirty="0">
                <a:solidFill>
                  <a:srgbClr val="FFFFFF"/>
                </a:solidFill>
                <a:latin typeface="Verdana"/>
                <a:cs typeface="Verdana"/>
              </a:rPr>
              <a:t>varied,</a:t>
            </a:r>
            <a:r>
              <a:rPr sz="2000" spc="-170" dirty="0">
                <a:solidFill>
                  <a:srgbClr val="FFFFFF"/>
                </a:solidFill>
                <a:latin typeface="Verdana"/>
                <a:cs typeface="Verdana"/>
              </a:rPr>
              <a:t> </a:t>
            </a:r>
            <a:r>
              <a:rPr sz="2000" spc="-35" dirty="0">
                <a:solidFill>
                  <a:srgbClr val="FFFFFF"/>
                </a:solidFill>
                <a:latin typeface="Verdana"/>
                <a:cs typeface="Verdana"/>
              </a:rPr>
              <a:t>indicating</a:t>
            </a:r>
            <a:r>
              <a:rPr sz="2000" spc="-165" dirty="0">
                <a:solidFill>
                  <a:srgbClr val="FFFFFF"/>
                </a:solidFill>
                <a:latin typeface="Verdana"/>
                <a:cs typeface="Verdana"/>
              </a:rPr>
              <a:t> </a:t>
            </a:r>
            <a:r>
              <a:rPr sz="2000" spc="-30" dirty="0">
                <a:solidFill>
                  <a:srgbClr val="FFFFFF"/>
                </a:solidFill>
                <a:latin typeface="Verdana"/>
                <a:cs typeface="Verdana"/>
              </a:rPr>
              <a:t>that</a:t>
            </a:r>
            <a:r>
              <a:rPr sz="2000" spc="-165" dirty="0">
                <a:solidFill>
                  <a:srgbClr val="FFFFFF"/>
                </a:solidFill>
                <a:latin typeface="Verdana"/>
                <a:cs typeface="Verdana"/>
              </a:rPr>
              <a:t> </a:t>
            </a:r>
            <a:r>
              <a:rPr sz="2000" spc="-60" dirty="0">
                <a:solidFill>
                  <a:srgbClr val="FFFFFF"/>
                </a:solidFill>
                <a:latin typeface="Verdana"/>
                <a:cs typeface="Verdana"/>
              </a:rPr>
              <a:t>some</a:t>
            </a:r>
            <a:r>
              <a:rPr sz="2000" spc="-170" dirty="0">
                <a:solidFill>
                  <a:srgbClr val="FFFFFF"/>
                </a:solidFill>
                <a:latin typeface="Verdana"/>
                <a:cs typeface="Verdana"/>
              </a:rPr>
              <a:t> </a:t>
            </a:r>
            <a:r>
              <a:rPr sz="2000" spc="-10" dirty="0">
                <a:solidFill>
                  <a:srgbClr val="FFFFFF"/>
                </a:solidFill>
                <a:latin typeface="Verdana"/>
                <a:cs typeface="Verdana"/>
              </a:rPr>
              <a:t>locations </a:t>
            </a:r>
            <a:r>
              <a:rPr sz="2000" spc="-60" dirty="0">
                <a:solidFill>
                  <a:srgbClr val="FFFFFF"/>
                </a:solidFill>
                <a:latin typeface="Verdana"/>
                <a:cs typeface="Verdana"/>
              </a:rPr>
              <a:t>generated</a:t>
            </a:r>
            <a:r>
              <a:rPr sz="2000" spc="-170" dirty="0">
                <a:solidFill>
                  <a:srgbClr val="FFFFFF"/>
                </a:solidFill>
                <a:latin typeface="Verdana"/>
                <a:cs typeface="Verdana"/>
              </a:rPr>
              <a:t> </a:t>
            </a:r>
            <a:r>
              <a:rPr sz="2000" spc="-60" dirty="0">
                <a:solidFill>
                  <a:srgbClr val="FFFFFF"/>
                </a:solidFill>
                <a:latin typeface="Verdana"/>
                <a:cs typeface="Verdana"/>
              </a:rPr>
              <a:t>higher</a:t>
            </a:r>
            <a:r>
              <a:rPr sz="2000" spc="-170" dirty="0">
                <a:solidFill>
                  <a:srgbClr val="FFFFFF"/>
                </a:solidFill>
                <a:latin typeface="Verdana"/>
                <a:cs typeface="Verdana"/>
              </a:rPr>
              <a:t> </a:t>
            </a:r>
            <a:r>
              <a:rPr sz="2000" spc="-60" dirty="0">
                <a:solidFill>
                  <a:srgbClr val="FFFFFF"/>
                </a:solidFill>
                <a:latin typeface="Verdana"/>
                <a:cs typeface="Verdana"/>
              </a:rPr>
              <a:t>revenue</a:t>
            </a:r>
            <a:r>
              <a:rPr sz="2000" spc="-165" dirty="0">
                <a:solidFill>
                  <a:srgbClr val="FFFFFF"/>
                </a:solidFill>
                <a:latin typeface="Verdana"/>
                <a:cs typeface="Verdana"/>
              </a:rPr>
              <a:t> </a:t>
            </a:r>
            <a:r>
              <a:rPr sz="2000" spc="-45" dirty="0">
                <a:solidFill>
                  <a:srgbClr val="FFFFFF"/>
                </a:solidFill>
                <a:latin typeface="Verdana"/>
                <a:cs typeface="Verdana"/>
              </a:rPr>
              <a:t>and</a:t>
            </a:r>
            <a:r>
              <a:rPr sz="2000" spc="-170" dirty="0">
                <a:solidFill>
                  <a:srgbClr val="FFFFFF"/>
                </a:solidFill>
                <a:latin typeface="Verdana"/>
                <a:cs typeface="Verdana"/>
              </a:rPr>
              <a:t> </a:t>
            </a:r>
            <a:r>
              <a:rPr sz="2000" spc="-35" dirty="0">
                <a:solidFill>
                  <a:srgbClr val="FFFFFF"/>
                </a:solidFill>
                <a:latin typeface="Verdana"/>
                <a:cs typeface="Verdana"/>
              </a:rPr>
              <a:t>customer</a:t>
            </a:r>
            <a:r>
              <a:rPr sz="2000" spc="-165" dirty="0">
                <a:solidFill>
                  <a:srgbClr val="FFFFFF"/>
                </a:solidFill>
                <a:latin typeface="Verdana"/>
                <a:cs typeface="Verdana"/>
              </a:rPr>
              <a:t> </a:t>
            </a:r>
            <a:r>
              <a:rPr sz="2000" dirty="0">
                <a:solidFill>
                  <a:srgbClr val="FFFFFF"/>
                </a:solidFill>
                <a:latin typeface="Verdana"/>
                <a:cs typeface="Verdana"/>
              </a:rPr>
              <a:t>traffic</a:t>
            </a:r>
            <a:r>
              <a:rPr sz="2000" spc="-170" dirty="0">
                <a:solidFill>
                  <a:srgbClr val="FFFFFF"/>
                </a:solidFill>
                <a:latin typeface="Verdana"/>
                <a:cs typeface="Verdana"/>
              </a:rPr>
              <a:t> </a:t>
            </a:r>
            <a:r>
              <a:rPr sz="2000" spc="-40" dirty="0">
                <a:solidFill>
                  <a:srgbClr val="FFFFFF"/>
                </a:solidFill>
                <a:latin typeface="Verdana"/>
                <a:cs typeface="Verdana"/>
              </a:rPr>
              <a:t>than</a:t>
            </a:r>
            <a:r>
              <a:rPr sz="2000" spc="-165" dirty="0">
                <a:solidFill>
                  <a:srgbClr val="FFFFFF"/>
                </a:solidFill>
                <a:latin typeface="Verdana"/>
                <a:cs typeface="Verdana"/>
              </a:rPr>
              <a:t> </a:t>
            </a:r>
            <a:r>
              <a:rPr sz="2000" spc="-10" dirty="0">
                <a:solidFill>
                  <a:srgbClr val="FFFFFF"/>
                </a:solidFill>
                <a:latin typeface="Verdana"/>
                <a:cs typeface="Verdana"/>
              </a:rPr>
              <a:t>others.</a:t>
            </a:r>
            <a:endParaRPr sz="2000">
              <a:latin typeface="Verdana"/>
              <a:cs typeface="Verdana"/>
            </a:endParaRPr>
          </a:p>
          <a:p>
            <a:pPr marL="12700" marR="405765">
              <a:lnSpc>
                <a:spcPct val="115599"/>
              </a:lnSpc>
            </a:pPr>
            <a:r>
              <a:rPr sz="2000" spc="-60" dirty="0">
                <a:solidFill>
                  <a:srgbClr val="FFFFFF"/>
                </a:solidFill>
                <a:latin typeface="Verdana"/>
                <a:cs typeface="Verdana"/>
              </a:rPr>
              <a:t>The</a:t>
            </a:r>
            <a:r>
              <a:rPr sz="2000" spc="-175" dirty="0">
                <a:solidFill>
                  <a:srgbClr val="FFFFFF"/>
                </a:solidFill>
                <a:latin typeface="Verdana"/>
                <a:cs typeface="Verdana"/>
              </a:rPr>
              <a:t> </a:t>
            </a:r>
            <a:r>
              <a:rPr sz="2000" spc="-35" dirty="0">
                <a:solidFill>
                  <a:srgbClr val="FFFFFF"/>
                </a:solidFill>
                <a:latin typeface="Verdana"/>
                <a:cs typeface="Verdana"/>
              </a:rPr>
              <a:t>dashboard</a:t>
            </a:r>
            <a:r>
              <a:rPr sz="2000" spc="-170" dirty="0">
                <a:solidFill>
                  <a:srgbClr val="FFFFFF"/>
                </a:solidFill>
                <a:latin typeface="Verdana"/>
                <a:cs typeface="Verdana"/>
              </a:rPr>
              <a:t> </a:t>
            </a:r>
            <a:r>
              <a:rPr sz="2000" spc="-30" dirty="0">
                <a:solidFill>
                  <a:srgbClr val="FFFFFF"/>
                </a:solidFill>
                <a:latin typeface="Verdana"/>
                <a:cs typeface="Verdana"/>
              </a:rPr>
              <a:t>provides</a:t>
            </a:r>
            <a:r>
              <a:rPr sz="2000" spc="-170" dirty="0">
                <a:solidFill>
                  <a:srgbClr val="FFFFFF"/>
                </a:solidFill>
                <a:latin typeface="Verdana"/>
                <a:cs typeface="Verdana"/>
              </a:rPr>
              <a:t> </a:t>
            </a:r>
            <a:r>
              <a:rPr sz="2000" spc="-45" dirty="0">
                <a:solidFill>
                  <a:srgbClr val="FFFFFF"/>
                </a:solidFill>
                <a:latin typeface="Verdana"/>
                <a:cs typeface="Verdana"/>
              </a:rPr>
              <a:t>valuable</a:t>
            </a:r>
            <a:r>
              <a:rPr sz="2000" spc="-170" dirty="0">
                <a:solidFill>
                  <a:srgbClr val="FFFFFF"/>
                </a:solidFill>
                <a:latin typeface="Verdana"/>
                <a:cs typeface="Verdana"/>
              </a:rPr>
              <a:t> </a:t>
            </a:r>
            <a:r>
              <a:rPr sz="2000" spc="-50" dirty="0">
                <a:solidFill>
                  <a:srgbClr val="FFFFFF"/>
                </a:solidFill>
                <a:latin typeface="Verdana"/>
                <a:cs typeface="Verdana"/>
              </a:rPr>
              <a:t>insights</a:t>
            </a:r>
            <a:r>
              <a:rPr sz="2000" spc="-170" dirty="0">
                <a:solidFill>
                  <a:srgbClr val="FFFFFF"/>
                </a:solidFill>
                <a:latin typeface="Verdana"/>
                <a:cs typeface="Verdana"/>
              </a:rPr>
              <a:t> </a:t>
            </a:r>
            <a:r>
              <a:rPr sz="2000" spc="-10" dirty="0">
                <a:solidFill>
                  <a:srgbClr val="FFFFFF"/>
                </a:solidFill>
                <a:latin typeface="Verdana"/>
                <a:cs typeface="Verdana"/>
              </a:rPr>
              <a:t>into</a:t>
            </a:r>
            <a:r>
              <a:rPr sz="2000" spc="-175" dirty="0">
                <a:solidFill>
                  <a:srgbClr val="FFFFFF"/>
                </a:solidFill>
                <a:latin typeface="Verdana"/>
                <a:cs typeface="Verdana"/>
              </a:rPr>
              <a:t> </a:t>
            </a:r>
            <a:r>
              <a:rPr sz="2000" spc="-10" dirty="0">
                <a:solidFill>
                  <a:srgbClr val="FFFFFF"/>
                </a:solidFill>
                <a:latin typeface="Verdana"/>
                <a:cs typeface="Verdana"/>
              </a:rPr>
              <a:t>customer </a:t>
            </a:r>
            <a:r>
              <a:rPr sz="2000" spc="-80" dirty="0">
                <a:solidFill>
                  <a:srgbClr val="FFFFFF"/>
                </a:solidFill>
                <a:latin typeface="Verdana"/>
                <a:cs typeface="Verdana"/>
              </a:rPr>
              <a:t>behaviour,</a:t>
            </a:r>
            <a:r>
              <a:rPr sz="2000" spc="-155" dirty="0">
                <a:solidFill>
                  <a:srgbClr val="FFFFFF"/>
                </a:solidFill>
                <a:latin typeface="Verdana"/>
                <a:cs typeface="Verdana"/>
              </a:rPr>
              <a:t> </a:t>
            </a:r>
            <a:r>
              <a:rPr sz="2000" spc="-50" dirty="0">
                <a:solidFill>
                  <a:srgbClr val="FFFFFF"/>
                </a:solidFill>
                <a:latin typeface="Verdana"/>
                <a:cs typeface="Verdana"/>
              </a:rPr>
              <a:t>sales</a:t>
            </a:r>
            <a:r>
              <a:rPr sz="2000" spc="-150" dirty="0">
                <a:solidFill>
                  <a:srgbClr val="FFFFFF"/>
                </a:solidFill>
                <a:latin typeface="Verdana"/>
                <a:cs typeface="Verdana"/>
              </a:rPr>
              <a:t> </a:t>
            </a:r>
            <a:r>
              <a:rPr sz="2000" spc="-50" dirty="0">
                <a:solidFill>
                  <a:srgbClr val="FFFFFF"/>
                </a:solidFill>
                <a:latin typeface="Verdana"/>
                <a:cs typeface="Verdana"/>
              </a:rPr>
              <a:t>performance,</a:t>
            </a:r>
            <a:r>
              <a:rPr sz="2000" spc="-155" dirty="0">
                <a:solidFill>
                  <a:srgbClr val="FFFFFF"/>
                </a:solidFill>
                <a:latin typeface="Verdana"/>
                <a:cs typeface="Verdana"/>
              </a:rPr>
              <a:t> </a:t>
            </a:r>
            <a:r>
              <a:rPr sz="2000" spc="-45" dirty="0">
                <a:solidFill>
                  <a:srgbClr val="FFFFFF"/>
                </a:solidFill>
                <a:latin typeface="Verdana"/>
                <a:cs typeface="Verdana"/>
              </a:rPr>
              <a:t>and</a:t>
            </a:r>
            <a:r>
              <a:rPr sz="2000" spc="-150" dirty="0">
                <a:solidFill>
                  <a:srgbClr val="FFFFFF"/>
                </a:solidFill>
                <a:latin typeface="Verdana"/>
                <a:cs typeface="Verdana"/>
              </a:rPr>
              <a:t> </a:t>
            </a:r>
            <a:r>
              <a:rPr sz="2000" spc="-50" dirty="0">
                <a:solidFill>
                  <a:srgbClr val="FFFFFF"/>
                </a:solidFill>
                <a:latin typeface="Verdana"/>
                <a:cs typeface="Verdana"/>
              </a:rPr>
              <a:t>purchasing</a:t>
            </a:r>
            <a:r>
              <a:rPr sz="2000" spc="-150" dirty="0">
                <a:solidFill>
                  <a:srgbClr val="FFFFFF"/>
                </a:solidFill>
                <a:latin typeface="Verdana"/>
                <a:cs typeface="Verdana"/>
              </a:rPr>
              <a:t> </a:t>
            </a:r>
            <a:r>
              <a:rPr sz="2000" spc="-60" dirty="0">
                <a:solidFill>
                  <a:srgbClr val="FFFFFF"/>
                </a:solidFill>
                <a:latin typeface="Verdana"/>
                <a:cs typeface="Verdana"/>
              </a:rPr>
              <a:t>trends,</a:t>
            </a:r>
            <a:r>
              <a:rPr sz="2000" spc="-155" dirty="0">
                <a:solidFill>
                  <a:srgbClr val="FFFFFF"/>
                </a:solidFill>
                <a:latin typeface="Verdana"/>
                <a:cs typeface="Verdana"/>
              </a:rPr>
              <a:t> </a:t>
            </a:r>
            <a:r>
              <a:rPr sz="2000" spc="-10" dirty="0">
                <a:solidFill>
                  <a:srgbClr val="FFFFFF"/>
                </a:solidFill>
                <a:latin typeface="Verdana"/>
                <a:cs typeface="Verdana"/>
              </a:rPr>
              <a:t>enabling </a:t>
            </a:r>
            <a:r>
              <a:rPr sz="2000" spc="-75" dirty="0">
                <a:solidFill>
                  <a:srgbClr val="FFFFFF"/>
                </a:solidFill>
                <a:latin typeface="Verdana"/>
                <a:cs typeface="Verdana"/>
              </a:rPr>
              <a:t>data-</a:t>
            </a:r>
            <a:r>
              <a:rPr sz="2000" spc="-40" dirty="0">
                <a:solidFill>
                  <a:srgbClr val="FFFFFF"/>
                </a:solidFill>
                <a:latin typeface="Verdana"/>
                <a:cs typeface="Verdana"/>
              </a:rPr>
              <a:t>driven</a:t>
            </a:r>
            <a:r>
              <a:rPr sz="2000" spc="-140" dirty="0">
                <a:solidFill>
                  <a:srgbClr val="FFFFFF"/>
                </a:solidFill>
                <a:latin typeface="Verdana"/>
                <a:cs typeface="Verdana"/>
              </a:rPr>
              <a:t> </a:t>
            </a:r>
            <a:r>
              <a:rPr sz="2000" spc="-40" dirty="0">
                <a:solidFill>
                  <a:srgbClr val="FFFFFF"/>
                </a:solidFill>
                <a:latin typeface="Verdana"/>
                <a:cs typeface="Verdana"/>
              </a:rPr>
              <a:t>business</a:t>
            </a:r>
            <a:r>
              <a:rPr sz="2000" spc="-140" dirty="0">
                <a:solidFill>
                  <a:srgbClr val="FFFFFF"/>
                </a:solidFill>
                <a:latin typeface="Verdana"/>
                <a:cs typeface="Verdana"/>
              </a:rPr>
              <a:t> </a:t>
            </a:r>
            <a:r>
              <a:rPr sz="2000" spc="-10" dirty="0">
                <a:solidFill>
                  <a:srgbClr val="FFFFFF"/>
                </a:solidFill>
                <a:latin typeface="Verdana"/>
                <a:cs typeface="Verdana"/>
              </a:rPr>
              <a:t>decisions.</a:t>
            </a:r>
            <a:endParaRPr sz="2000">
              <a:latin typeface="Verdana"/>
              <a:cs typeface="Verdana"/>
            </a:endParaRPr>
          </a:p>
        </p:txBody>
      </p:sp>
      <p:pic>
        <p:nvPicPr>
          <p:cNvPr id="9" name="object 9"/>
          <p:cNvPicPr/>
          <p:nvPr/>
        </p:nvPicPr>
        <p:blipFill>
          <a:blip r:embed="rId2" cstate="print"/>
          <a:stretch>
            <a:fillRect/>
          </a:stretch>
        </p:blipFill>
        <p:spPr>
          <a:xfrm>
            <a:off x="693992" y="5434176"/>
            <a:ext cx="85725" cy="857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7999" cy="10286999"/>
          </a:xfrm>
          <a:prstGeom prst="rect">
            <a:avLst/>
          </a:prstGeom>
        </p:spPr>
      </p:pic>
      <p:grpSp>
        <p:nvGrpSpPr>
          <p:cNvPr id="3" name="object 3"/>
          <p:cNvGrpSpPr/>
          <p:nvPr/>
        </p:nvGrpSpPr>
        <p:grpSpPr>
          <a:xfrm>
            <a:off x="-4" y="0"/>
            <a:ext cx="18026380" cy="10287000"/>
            <a:chOff x="-4" y="0"/>
            <a:chExt cx="18026380" cy="10287000"/>
          </a:xfrm>
        </p:grpSpPr>
        <p:pic>
          <p:nvPicPr>
            <p:cNvPr id="4" name="object 4"/>
            <p:cNvPicPr/>
            <p:nvPr/>
          </p:nvPicPr>
          <p:blipFill>
            <a:blip r:embed="rId3" cstate="print"/>
            <a:stretch>
              <a:fillRect/>
            </a:stretch>
          </p:blipFill>
          <p:spPr>
            <a:xfrm>
              <a:off x="-4" y="0"/>
              <a:ext cx="18026117" cy="10286999"/>
            </a:xfrm>
            <a:prstGeom prst="rect">
              <a:avLst/>
            </a:prstGeom>
          </p:spPr>
        </p:pic>
        <p:pic>
          <p:nvPicPr>
            <p:cNvPr id="5" name="object 5"/>
            <p:cNvPicPr/>
            <p:nvPr/>
          </p:nvPicPr>
          <p:blipFill>
            <a:blip r:embed="rId4" cstate="print"/>
            <a:stretch>
              <a:fillRect/>
            </a:stretch>
          </p:blipFill>
          <p:spPr>
            <a:xfrm>
              <a:off x="11890118" y="815695"/>
              <a:ext cx="5953124" cy="9467848"/>
            </a:xfrm>
            <a:prstGeom prst="rect">
              <a:avLst/>
            </a:prstGeom>
          </p:spPr>
        </p:pic>
      </p:grpSp>
      <p:sp>
        <p:nvSpPr>
          <p:cNvPr id="6" name="object 6" descr="$PPTXTitle"/>
          <p:cNvSpPr txBox="1">
            <a:spLocks noGrp="1"/>
          </p:cNvSpPr>
          <p:nvPr>
            <p:ph type="title"/>
          </p:nvPr>
        </p:nvSpPr>
        <p:spPr>
          <a:xfrm>
            <a:off x="658548" y="752270"/>
            <a:ext cx="10888980" cy="2855595"/>
          </a:xfrm>
          <a:prstGeom prst="rect">
            <a:avLst/>
          </a:prstGeom>
        </p:spPr>
        <p:txBody>
          <a:bodyPr vert="horz" wrap="square" lIns="0" tIns="177165" rIns="0" bIns="0" rtlCol="0">
            <a:spAutoFit/>
          </a:bodyPr>
          <a:lstStyle/>
          <a:p>
            <a:pPr marL="12700" marR="1503680">
              <a:lnSpc>
                <a:spcPts val="7740"/>
              </a:lnSpc>
              <a:spcBef>
                <a:spcPts val="1395"/>
              </a:spcBef>
            </a:pPr>
            <a:r>
              <a:rPr sz="7450" spc="360" dirty="0"/>
              <a:t>Strategic </a:t>
            </a:r>
            <a:r>
              <a:rPr sz="7450" spc="430" dirty="0"/>
              <a:t>Recommendations</a:t>
            </a:r>
            <a:endParaRPr sz="7450"/>
          </a:p>
          <a:p>
            <a:pPr marL="12700" marR="5080">
              <a:lnSpc>
                <a:spcPct val="113300"/>
              </a:lnSpc>
              <a:spcBef>
                <a:spcPts val="1155"/>
              </a:spcBef>
            </a:pPr>
            <a:r>
              <a:rPr sz="1600" b="0" spc="155" dirty="0">
                <a:latin typeface="Trebuchet MS"/>
                <a:cs typeface="Trebuchet MS"/>
              </a:rPr>
              <a:t>Based</a:t>
            </a:r>
            <a:r>
              <a:rPr sz="1600" b="0" spc="-30" dirty="0">
                <a:latin typeface="Trebuchet MS"/>
                <a:cs typeface="Trebuchet MS"/>
              </a:rPr>
              <a:t> </a:t>
            </a:r>
            <a:r>
              <a:rPr sz="1600" b="0" spc="145" dirty="0">
                <a:latin typeface="Trebuchet MS"/>
                <a:cs typeface="Trebuchet MS"/>
              </a:rPr>
              <a:t>on</a:t>
            </a:r>
            <a:r>
              <a:rPr sz="1600" b="0" spc="-25" dirty="0">
                <a:latin typeface="Trebuchet MS"/>
                <a:cs typeface="Trebuchet MS"/>
              </a:rPr>
              <a:t> </a:t>
            </a:r>
            <a:r>
              <a:rPr sz="1600" b="0" spc="65" dirty="0">
                <a:latin typeface="Trebuchet MS"/>
                <a:cs typeface="Trebuchet MS"/>
              </a:rPr>
              <a:t>the</a:t>
            </a:r>
            <a:r>
              <a:rPr sz="1600" b="0" spc="-25" dirty="0">
                <a:latin typeface="Trebuchet MS"/>
                <a:cs typeface="Trebuchet MS"/>
              </a:rPr>
              <a:t> </a:t>
            </a:r>
            <a:r>
              <a:rPr sz="1600" b="0" spc="150" dirty="0">
                <a:latin typeface="Trebuchet MS"/>
                <a:cs typeface="Trebuchet MS"/>
              </a:rPr>
              <a:t>data</a:t>
            </a:r>
            <a:r>
              <a:rPr sz="1600" b="0" spc="-25" dirty="0">
                <a:latin typeface="Trebuchet MS"/>
                <a:cs typeface="Trebuchet MS"/>
              </a:rPr>
              <a:t> </a:t>
            </a:r>
            <a:r>
              <a:rPr sz="1600" b="0" spc="114" dirty="0">
                <a:latin typeface="Trebuchet MS"/>
                <a:cs typeface="Trebuchet MS"/>
              </a:rPr>
              <a:t>analysis</a:t>
            </a:r>
            <a:r>
              <a:rPr sz="1600" b="0" spc="-30" dirty="0">
                <a:latin typeface="Trebuchet MS"/>
                <a:cs typeface="Trebuchet MS"/>
              </a:rPr>
              <a:t> </a:t>
            </a:r>
            <a:r>
              <a:rPr sz="1600" b="0" spc="45" dirty="0">
                <a:latin typeface="Trebuchet MS"/>
                <a:cs typeface="Trebuchet MS"/>
              </a:rPr>
              <a:t>findings,</a:t>
            </a:r>
            <a:r>
              <a:rPr sz="1600" b="0" spc="-25" dirty="0">
                <a:latin typeface="Trebuchet MS"/>
                <a:cs typeface="Trebuchet MS"/>
              </a:rPr>
              <a:t> </a:t>
            </a:r>
            <a:r>
              <a:rPr sz="1600" b="0" spc="65" dirty="0">
                <a:latin typeface="Trebuchet MS"/>
                <a:cs typeface="Trebuchet MS"/>
              </a:rPr>
              <a:t>the</a:t>
            </a:r>
            <a:r>
              <a:rPr sz="1600" b="0" spc="-25" dirty="0">
                <a:latin typeface="Trebuchet MS"/>
                <a:cs typeface="Trebuchet MS"/>
              </a:rPr>
              <a:t> </a:t>
            </a:r>
            <a:r>
              <a:rPr sz="1600" b="0" spc="55" dirty="0">
                <a:latin typeface="Trebuchet MS"/>
                <a:cs typeface="Trebuchet MS"/>
              </a:rPr>
              <a:t>following</a:t>
            </a:r>
            <a:r>
              <a:rPr sz="1600" b="0" spc="-25" dirty="0">
                <a:latin typeface="Trebuchet MS"/>
                <a:cs typeface="Trebuchet MS"/>
              </a:rPr>
              <a:t> </a:t>
            </a:r>
            <a:r>
              <a:rPr sz="1600" b="0" spc="80" dirty="0">
                <a:latin typeface="Trebuchet MS"/>
                <a:cs typeface="Trebuchet MS"/>
              </a:rPr>
              <a:t>strategic</a:t>
            </a:r>
            <a:r>
              <a:rPr sz="1600" b="0" spc="-30" dirty="0">
                <a:latin typeface="Trebuchet MS"/>
                <a:cs typeface="Trebuchet MS"/>
              </a:rPr>
              <a:t> </a:t>
            </a:r>
            <a:r>
              <a:rPr sz="1600" b="0" spc="105" dirty="0">
                <a:latin typeface="Trebuchet MS"/>
                <a:cs typeface="Trebuchet MS"/>
              </a:rPr>
              <a:t>actions</a:t>
            </a:r>
            <a:r>
              <a:rPr sz="1600" b="0" spc="-25" dirty="0">
                <a:latin typeface="Trebuchet MS"/>
                <a:cs typeface="Trebuchet MS"/>
              </a:rPr>
              <a:t> </a:t>
            </a:r>
            <a:r>
              <a:rPr sz="1600" b="0" spc="105" dirty="0">
                <a:latin typeface="Trebuchet MS"/>
                <a:cs typeface="Trebuchet MS"/>
              </a:rPr>
              <a:t>are</a:t>
            </a:r>
            <a:r>
              <a:rPr sz="1600" b="0" spc="-25" dirty="0">
                <a:latin typeface="Trebuchet MS"/>
                <a:cs typeface="Trebuchet MS"/>
              </a:rPr>
              <a:t> </a:t>
            </a:r>
            <a:r>
              <a:rPr sz="1600" b="0" spc="155" dirty="0">
                <a:latin typeface="Trebuchet MS"/>
                <a:cs typeface="Trebuchet MS"/>
              </a:rPr>
              <a:t>recommended</a:t>
            </a:r>
            <a:r>
              <a:rPr sz="1600" b="0" spc="-25" dirty="0">
                <a:latin typeface="Trebuchet MS"/>
                <a:cs typeface="Trebuchet MS"/>
              </a:rPr>
              <a:t> </a:t>
            </a:r>
            <a:r>
              <a:rPr sz="1600" b="0" dirty="0">
                <a:latin typeface="Trebuchet MS"/>
                <a:cs typeface="Trebuchet MS"/>
              </a:rPr>
              <a:t>to</a:t>
            </a:r>
            <a:r>
              <a:rPr sz="1600" b="0" spc="-25" dirty="0">
                <a:latin typeface="Trebuchet MS"/>
                <a:cs typeface="Trebuchet MS"/>
              </a:rPr>
              <a:t> </a:t>
            </a:r>
            <a:r>
              <a:rPr sz="1600" b="0" spc="105" dirty="0">
                <a:latin typeface="Trebuchet MS"/>
                <a:cs typeface="Trebuchet MS"/>
              </a:rPr>
              <a:t>improve</a:t>
            </a:r>
            <a:r>
              <a:rPr sz="1600" b="0" spc="-30" dirty="0">
                <a:latin typeface="Trebuchet MS"/>
                <a:cs typeface="Trebuchet MS"/>
              </a:rPr>
              <a:t> </a:t>
            </a:r>
            <a:r>
              <a:rPr sz="1600" b="0" spc="120" dirty="0">
                <a:latin typeface="Trebuchet MS"/>
                <a:cs typeface="Trebuchet MS"/>
              </a:rPr>
              <a:t>business </a:t>
            </a:r>
            <a:r>
              <a:rPr sz="1600" b="0" spc="114" dirty="0">
                <a:latin typeface="Trebuchet MS"/>
                <a:cs typeface="Trebuchet MS"/>
              </a:rPr>
              <a:t>performance</a:t>
            </a:r>
            <a:r>
              <a:rPr sz="1600" b="0" spc="-35" dirty="0">
                <a:latin typeface="Trebuchet MS"/>
                <a:cs typeface="Trebuchet MS"/>
              </a:rPr>
              <a:t> </a:t>
            </a:r>
            <a:r>
              <a:rPr sz="1600" b="0" spc="185" dirty="0">
                <a:latin typeface="Trebuchet MS"/>
                <a:cs typeface="Trebuchet MS"/>
              </a:rPr>
              <a:t>and</a:t>
            </a:r>
            <a:r>
              <a:rPr sz="1600" b="0" spc="-35" dirty="0">
                <a:latin typeface="Trebuchet MS"/>
                <a:cs typeface="Trebuchet MS"/>
              </a:rPr>
              <a:t> </a:t>
            </a:r>
            <a:r>
              <a:rPr sz="1600" b="0" spc="120" dirty="0">
                <a:latin typeface="Trebuchet MS"/>
                <a:cs typeface="Trebuchet MS"/>
              </a:rPr>
              <a:t>customer</a:t>
            </a:r>
            <a:r>
              <a:rPr sz="1600" b="0" spc="-30" dirty="0">
                <a:latin typeface="Trebuchet MS"/>
                <a:cs typeface="Trebuchet MS"/>
              </a:rPr>
              <a:t> </a:t>
            </a:r>
            <a:r>
              <a:rPr sz="1600" b="0" spc="45" dirty="0">
                <a:latin typeface="Trebuchet MS"/>
                <a:cs typeface="Trebuchet MS"/>
              </a:rPr>
              <a:t>satisfaction:</a:t>
            </a:r>
            <a:endParaRPr sz="1600">
              <a:latin typeface="Trebuchet MS"/>
              <a:cs typeface="Trebuchet MS"/>
            </a:endParaRPr>
          </a:p>
        </p:txBody>
      </p:sp>
      <p:grpSp>
        <p:nvGrpSpPr>
          <p:cNvPr id="7" name="object 7"/>
          <p:cNvGrpSpPr/>
          <p:nvPr/>
        </p:nvGrpSpPr>
        <p:grpSpPr>
          <a:xfrm>
            <a:off x="0" y="0"/>
            <a:ext cx="18288000" cy="9967595"/>
            <a:chOff x="0" y="0"/>
            <a:chExt cx="18288000" cy="9967595"/>
          </a:xfrm>
        </p:grpSpPr>
        <p:pic>
          <p:nvPicPr>
            <p:cNvPr id="8" name="object 8"/>
            <p:cNvPicPr/>
            <p:nvPr/>
          </p:nvPicPr>
          <p:blipFill>
            <a:blip r:embed="rId5" cstate="print"/>
            <a:stretch>
              <a:fillRect/>
            </a:stretch>
          </p:blipFill>
          <p:spPr>
            <a:xfrm>
              <a:off x="814123" y="4001732"/>
              <a:ext cx="66675" cy="66674"/>
            </a:xfrm>
            <a:prstGeom prst="rect">
              <a:avLst/>
            </a:prstGeom>
          </p:spPr>
        </p:pic>
        <p:pic>
          <p:nvPicPr>
            <p:cNvPr id="9" name="object 9"/>
            <p:cNvPicPr/>
            <p:nvPr/>
          </p:nvPicPr>
          <p:blipFill>
            <a:blip r:embed="rId5" cstate="print"/>
            <a:stretch>
              <a:fillRect/>
            </a:stretch>
          </p:blipFill>
          <p:spPr>
            <a:xfrm>
              <a:off x="814123" y="4830407"/>
              <a:ext cx="66675" cy="66674"/>
            </a:xfrm>
            <a:prstGeom prst="rect">
              <a:avLst/>
            </a:prstGeom>
          </p:spPr>
        </p:pic>
        <p:pic>
          <p:nvPicPr>
            <p:cNvPr id="10" name="object 10"/>
            <p:cNvPicPr/>
            <p:nvPr/>
          </p:nvPicPr>
          <p:blipFill>
            <a:blip r:embed="rId5" cstate="print"/>
            <a:stretch>
              <a:fillRect/>
            </a:stretch>
          </p:blipFill>
          <p:spPr>
            <a:xfrm>
              <a:off x="814123" y="5659082"/>
              <a:ext cx="66675" cy="66674"/>
            </a:xfrm>
            <a:prstGeom prst="rect">
              <a:avLst/>
            </a:prstGeom>
          </p:spPr>
        </p:pic>
        <p:pic>
          <p:nvPicPr>
            <p:cNvPr id="11" name="object 11"/>
            <p:cNvPicPr/>
            <p:nvPr/>
          </p:nvPicPr>
          <p:blipFill>
            <a:blip r:embed="rId5" cstate="print"/>
            <a:stretch>
              <a:fillRect/>
            </a:stretch>
          </p:blipFill>
          <p:spPr>
            <a:xfrm>
              <a:off x="814123" y="6487757"/>
              <a:ext cx="66675" cy="66674"/>
            </a:xfrm>
            <a:prstGeom prst="rect">
              <a:avLst/>
            </a:prstGeom>
          </p:spPr>
        </p:pic>
        <p:pic>
          <p:nvPicPr>
            <p:cNvPr id="12" name="object 12"/>
            <p:cNvPicPr/>
            <p:nvPr/>
          </p:nvPicPr>
          <p:blipFill>
            <a:blip r:embed="rId5" cstate="print"/>
            <a:stretch>
              <a:fillRect/>
            </a:stretch>
          </p:blipFill>
          <p:spPr>
            <a:xfrm>
              <a:off x="814123" y="7592657"/>
              <a:ext cx="66675" cy="66674"/>
            </a:xfrm>
            <a:prstGeom prst="rect">
              <a:avLst/>
            </a:prstGeom>
          </p:spPr>
        </p:pic>
        <p:pic>
          <p:nvPicPr>
            <p:cNvPr id="13" name="object 13"/>
            <p:cNvPicPr/>
            <p:nvPr/>
          </p:nvPicPr>
          <p:blipFill>
            <a:blip r:embed="rId5" cstate="print"/>
            <a:stretch>
              <a:fillRect/>
            </a:stretch>
          </p:blipFill>
          <p:spPr>
            <a:xfrm>
              <a:off x="814123" y="8421332"/>
              <a:ext cx="66675" cy="66674"/>
            </a:xfrm>
            <a:prstGeom prst="rect">
              <a:avLst/>
            </a:prstGeom>
          </p:spPr>
        </p:pic>
        <p:sp>
          <p:nvSpPr>
            <p:cNvPr id="14" name="object 14"/>
            <p:cNvSpPr/>
            <p:nvPr/>
          </p:nvSpPr>
          <p:spPr>
            <a:xfrm>
              <a:off x="0" y="9811448"/>
              <a:ext cx="14394180" cy="46355"/>
            </a:xfrm>
            <a:custGeom>
              <a:avLst/>
              <a:gdLst/>
              <a:ahLst/>
              <a:cxnLst/>
              <a:rect l="l" t="t" r="r" b="b"/>
              <a:pathLst>
                <a:path w="14394180" h="46354">
                  <a:moveTo>
                    <a:pt x="14394097" y="46020"/>
                  </a:moveTo>
                  <a:lnTo>
                    <a:pt x="0" y="28575"/>
                  </a:lnTo>
                  <a:lnTo>
                    <a:pt x="0" y="0"/>
                  </a:lnTo>
                  <a:lnTo>
                    <a:pt x="14394132" y="17445"/>
                  </a:lnTo>
                  <a:lnTo>
                    <a:pt x="14394097" y="46020"/>
                  </a:lnTo>
                  <a:close/>
                </a:path>
              </a:pathLst>
            </a:custGeom>
            <a:solidFill>
              <a:srgbClr val="64DAFF"/>
            </a:solidFill>
          </p:spPr>
          <p:txBody>
            <a:bodyPr wrap="square" lIns="0" tIns="0" rIns="0" bIns="0" rtlCol="0"/>
            <a:lstStyle/>
            <a:p>
              <a:endParaRPr/>
            </a:p>
          </p:txBody>
        </p:sp>
        <p:sp>
          <p:nvSpPr>
            <p:cNvPr id="15" name="object 15"/>
            <p:cNvSpPr/>
            <p:nvPr/>
          </p:nvSpPr>
          <p:spPr>
            <a:xfrm>
              <a:off x="14251116" y="9681132"/>
              <a:ext cx="286385" cy="286385"/>
            </a:xfrm>
            <a:custGeom>
              <a:avLst/>
              <a:gdLst/>
              <a:ahLst/>
              <a:cxnLst/>
              <a:rect l="l" t="t" r="r" b="b"/>
              <a:pathLst>
                <a:path w="286384" h="286384">
                  <a:moveTo>
                    <a:pt x="142999" y="286001"/>
                  </a:moveTo>
                  <a:lnTo>
                    <a:pt x="97800" y="278711"/>
                  </a:lnTo>
                  <a:lnTo>
                    <a:pt x="58545" y="258410"/>
                  </a:lnTo>
                  <a:lnTo>
                    <a:pt x="27590" y="227455"/>
                  </a:lnTo>
                  <a:lnTo>
                    <a:pt x="7290" y="188200"/>
                  </a:lnTo>
                  <a:lnTo>
                    <a:pt x="0" y="143000"/>
                  </a:lnTo>
                  <a:lnTo>
                    <a:pt x="7290" y="97801"/>
                  </a:lnTo>
                  <a:lnTo>
                    <a:pt x="27590" y="58546"/>
                  </a:lnTo>
                  <a:lnTo>
                    <a:pt x="58545" y="27590"/>
                  </a:lnTo>
                  <a:lnTo>
                    <a:pt x="97800" y="7290"/>
                  </a:lnTo>
                  <a:lnTo>
                    <a:pt x="142999" y="0"/>
                  </a:lnTo>
                  <a:lnTo>
                    <a:pt x="188199" y="7290"/>
                  </a:lnTo>
                  <a:lnTo>
                    <a:pt x="227454" y="27590"/>
                  </a:lnTo>
                  <a:lnTo>
                    <a:pt x="258410" y="58546"/>
                  </a:lnTo>
                  <a:lnTo>
                    <a:pt x="278711" y="97801"/>
                  </a:lnTo>
                  <a:lnTo>
                    <a:pt x="286001" y="143000"/>
                  </a:lnTo>
                  <a:lnTo>
                    <a:pt x="278711" y="188200"/>
                  </a:lnTo>
                  <a:lnTo>
                    <a:pt x="258410" y="227455"/>
                  </a:lnTo>
                  <a:lnTo>
                    <a:pt x="227454" y="258410"/>
                  </a:lnTo>
                  <a:lnTo>
                    <a:pt x="188199" y="278711"/>
                  </a:lnTo>
                  <a:lnTo>
                    <a:pt x="142999" y="286001"/>
                  </a:lnTo>
                  <a:close/>
                </a:path>
              </a:pathLst>
            </a:custGeom>
            <a:solidFill>
              <a:srgbClr val="64DAFF"/>
            </a:solidFill>
          </p:spPr>
          <p:txBody>
            <a:bodyPr wrap="square" lIns="0" tIns="0" rIns="0" bIns="0" rtlCol="0"/>
            <a:lstStyle/>
            <a:p>
              <a:endParaRPr/>
            </a:p>
          </p:txBody>
        </p:sp>
        <p:pic>
          <p:nvPicPr>
            <p:cNvPr id="16" name="object 16"/>
            <p:cNvPicPr/>
            <p:nvPr/>
          </p:nvPicPr>
          <p:blipFill>
            <a:blip r:embed="rId6" cstate="print"/>
            <a:stretch>
              <a:fillRect/>
            </a:stretch>
          </p:blipFill>
          <p:spPr>
            <a:xfrm>
              <a:off x="15201898" y="0"/>
              <a:ext cx="3086099" cy="3317609"/>
            </a:xfrm>
            <a:prstGeom prst="rect">
              <a:avLst/>
            </a:prstGeom>
          </p:spPr>
        </p:pic>
      </p:grpSp>
      <p:sp>
        <p:nvSpPr>
          <p:cNvPr id="17" name="object 17"/>
          <p:cNvSpPr txBox="1"/>
          <p:nvPr/>
        </p:nvSpPr>
        <p:spPr>
          <a:xfrm>
            <a:off x="1003979" y="3858216"/>
            <a:ext cx="10536555" cy="5273675"/>
          </a:xfrm>
          <a:prstGeom prst="rect">
            <a:avLst/>
          </a:prstGeom>
        </p:spPr>
        <p:txBody>
          <a:bodyPr vert="horz" wrap="square" lIns="0" tIns="12700" rIns="0" bIns="0" rtlCol="0">
            <a:spAutoFit/>
          </a:bodyPr>
          <a:lstStyle/>
          <a:p>
            <a:pPr marL="12700" marR="143510">
              <a:lnSpc>
                <a:spcPct val="113300"/>
              </a:lnSpc>
              <a:spcBef>
                <a:spcPts val="100"/>
              </a:spcBef>
            </a:pPr>
            <a:r>
              <a:rPr sz="1600" b="1" dirty="0">
                <a:solidFill>
                  <a:srgbClr val="FFFFFF"/>
                </a:solidFill>
                <a:latin typeface="Arial"/>
                <a:cs typeface="Arial"/>
              </a:rPr>
              <a:t>Focus</a:t>
            </a:r>
            <a:r>
              <a:rPr sz="1600" b="1" spc="-85" dirty="0">
                <a:solidFill>
                  <a:srgbClr val="FFFFFF"/>
                </a:solidFill>
                <a:latin typeface="Arial"/>
                <a:cs typeface="Arial"/>
              </a:rPr>
              <a:t> </a:t>
            </a:r>
            <a:r>
              <a:rPr sz="1600" b="1" spc="65" dirty="0">
                <a:solidFill>
                  <a:srgbClr val="FFFFFF"/>
                </a:solidFill>
                <a:latin typeface="Arial"/>
                <a:cs typeface="Arial"/>
              </a:rPr>
              <a:t>on</a:t>
            </a:r>
            <a:r>
              <a:rPr sz="1600" b="1" spc="-80" dirty="0">
                <a:solidFill>
                  <a:srgbClr val="FFFFFF"/>
                </a:solidFill>
                <a:latin typeface="Arial"/>
                <a:cs typeface="Arial"/>
              </a:rPr>
              <a:t> </a:t>
            </a:r>
            <a:r>
              <a:rPr sz="1600" b="1" spc="120" dirty="0">
                <a:solidFill>
                  <a:srgbClr val="FFFFFF"/>
                </a:solidFill>
                <a:latin typeface="Arial"/>
                <a:cs typeface="Arial"/>
              </a:rPr>
              <a:t>High-</a:t>
            </a:r>
            <a:r>
              <a:rPr sz="1600" b="1" spc="95" dirty="0">
                <a:solidFill>
                  <a:srgbClr val="FFFFFF"/>
                </a:solidFill>
                <a:latin typeface="Arial"/>
                <a:cs typeface="Arial"/>
              </a:rPr>
              <a:t>Value</a:t>
            </a:r>
            <a:r>
              <a:rPr sz="1600" b="1" spc="-85" dirty="0">
                <a:solidFill>
                  <a:srgbClr val="FFFFFF"/>
                </a:solidFill>
                <a:latin typeface="Arial"/>
                <a:cs typeface="Arial"/>
              </a:rPr>
              <a:t> </a:t>
            </a:r>
            <a:r>
              <a:rPr sz="1600" b="1" spc="55" dirty="0">
                <a:solidFill>
                  <a:srgbClr val="FFFFFF"/>
                </a:solidFill>
                <a:latin typeface="Arial"/>
                <a:cs typeface="Arial"/>
              </a:rPr>
              <a:t>Customers:</a:t>
            </a:r>
            <a:r>
              <a:rPr sz="1600" b="1" spc="-75" dirty="0">
                <a:solidFill>
                  <a:srgbClr val="FFFFFF"/>
                </a:solidFill>
                <a:latin typeface="Arial"/>
                <a:cs typeface="Arial"/>
              </a:rPr>
              <a:t> </a:t>
            </a:r>
            <a:r>
              <a:rPr sz="1600" spc="90" dirty="0">
                <a:solidFill>
                  <a:srgbClr val="FFFFFF"/>
                </a:solidFill>
                <a:latin typeface="Trebuchet MS"/>
                <a:cs typeface="Trebuchet MS"/>
              </a:rPr>
              <a:t>Strengthen</a:t>
            </a:r>
            <a:r>
              <a:rPr sz="1600" spc="-20" dirty="0">
                <a:solidFill>
                  <a:srgbClr val="FFFFFF"/>
                </a:solidFill>
                <a:latin typeface="Trebuchet MS"/>
                <a:cs typeface="Trebuchet MS"/>
              </a:rPr>
              <a:t> </a:t>
            </a:r>
            <a:r>
              <a:rPr sz="1600" spc="120" dirty="0">
                <a:solidFill>
                  <a:srgbClr val="FFFFFF"/>
                </a:solidFill>
                <a:latin typeface="Trebuchet MS"/>
                <a:cs typeface="Trebuchet MS"/>
              </a:rPr>
              <a:t>customer</a:t>
            </a:r>
            <a:r>
              <a:rPr sz="1600" spc="-20" dirty="0">
                <a:solidFill>
                  <a:srgbClr val="FFFFFF"/>
                </a:solidFill>
                <a:latin typeface="Trebuchet MS"/>
                <a:cs typeface="Trebuchet MS"/>
              </a:rPr>
              <a:t> </a:t>
            </a:r>
            <a:r>
              <a:rPr sz="1600" spc="45" dirty="0">
                <a:solidFill>
                  <a:srgbClr val="FFFFFF"/>
                </a:solidFill>
                <a:latin typeface="Trebuchet MS"/>
                <a:cs typeface="Trebuchet MS"/>
              </a:rPr>
              <a:t>retention</a:t>
            </a:r>
            <a:r>
              <a:rPr sz="1600" spc="-20" dirty="0">
                <a:solidFill>
                  <a:srgbClr val="FFFFFF"/>
                </a:solidFill>
                <a:latin typeface="Trebuchet MS"/>
                <a:cs typeface="Trebuchet MS"/>
              </a:rPr>
              <a:t> </a:t>
            </a:r>
            <a:r>
              <a:rPr sz="1600" spc="145" dirty="0">
                <a:solidFill>
                  <a:srgbClr val="FFFFFF"/>
                </a:solidFill>
                <a:latin typeface="Trebuchet MS"/>
                <a:cs typeface="Trebuchet MS"/>
              </a:rPr>
              <a:t>by</a:t>
            </a:r>
            <a:r>
              <a:rPr sz="1600" spc="-20" dirty="0">
                <a:solidFill>
                  <a:srgbClr val="FFFFFF"/>
                </a:solidFill>
                <a:latin typeface="Trebuchet MS"/>
                <a:cs typeface="Trebuchet MS"/>
              </a:rPr>
              <a:t> </a:t>
            </a:r>
            <a:r>
              <a:rPr sz="1600" spc="85" dirty="0">
                <a:solidFill>
                  <a:srgbClr val="FFFFFF"/>
                </a:solidFill>
                <a:latin typeface="Trebuchet MS"/>
                <a:cs typeface="Trebuchet MS"/>
              </a:rPr>
              <a:t>introducing</a:t>
            </a:r>
            <a:r>
              <a:rPr sz="1600" spc="-20" dirty="0">
                <a:solidFill>
                  <a:srgbClr val="FFFFFF"/>
                </a:solidFill>
                <a:latin typeface="Trebuchet MS"/>
                <a:cs typeface="Trebuchet MS"/>
              </a:rPr>
              <a:t> </a:t>
            </a:r>
            <a:r>
              <a:rPr sz="1600" spc="50" dirty="0">
                <a:solidFill>
                  <a:srgbClr val="FFFFFF"/>
                </a:solidFill>
                <a:latin typeface="Trebuchet MS"/>
                <a:cs typeface="Trebuchet MS"/>
              </a:rPr>
              <a:t>loyalty</a:t>
            </a:r>
            <a:r>
              <a:rPr sz="1600" spc="-20" dirty="0">
                <a:solidFill>
                  <a:srgbClr val="FFFFFF"/>
                </a:solidFill>
                <a:latin typeface="Trebuchet MS"/>
                <a:cs typeface="Trebuchet MS"/>
              </a:rPr>
              <a:t> </a:t>
            </a:r>
            <a:r>
              <a:rPr sz="1600" spc="155" dirty="0">
                <a:solidFill>
                  <a:srgbClr val="FFFFFF"/>
                </a:solidFill>
                <a:latin typeface="Trebuchet MS"/>
                <a:cs typeface="Trebuchet MS"/>
              </a:rPr>
              <a:t>programs</a:t>
            </a:r>
            <a:r>
              <a:rPr sz="1600" spc="-20" dirty="0">
                <a:solidFill>
                  <a:srgbClr val="FFFFFF"/>
                </a:solidFill>
                <a:latin typeface="Trebuchet MS"/>
                <a:cs typeface="Trebuchet MS"/>
              </a:rPr>
              <a:t> </a:t>
            </a:r>
            <a:r>
              <a:rPr sz="1600" spc="160" dirty="0">
                <a:solidFill>
                  <a:srgbClr val="FFFFFF"/>
                </a:solidFill>
                <a:latin typeface="Trebuchet MS"/>
                <a:cs typeface="Trebuchet MS"/>
              </a:rPr>
              <a:t>and </a:t>
            </a:r>
            <a:r>
              <a:rPr sz="1600" spc="85" dirty="0">
                <a:solidFill>
                  <a:srgbClr val="FFFFFF"/>
                </a:solidFill>
                <a:latin typeface="Trebuchet MS"/>
                <a:cs typeface="Trebuchet MS"/>
              </a:rPr>
              <a:t>personalized</a:t>
            </a:r>
            <a:r>
              <a:rPr sz="1600" spc="-5" dirty="0">
                <a:solidFill>
                  <a:srgbClr val="FFFFFF"/>
                </a:solidFill>
                <a:latin typeface="Trebuchet MS"/>
                <a:cs typeface="Trebuchet MS"/>
              </a:rPr>
              <a:t> </a:t>
            </a:r>
            <a:r>
              <a:rPr sz="1600" dirty="0">
                <a:solidFill>
                  <a:srgbClr val="FFFFFF"/>
                </a:solidFill>
                <a:latin typeface="Trebuchet MS"/>
                <a:cs typeface="Trebuchet MS"/>
              </a:rPr>
              <a:t>offers for </a:t>
            </a:r>
            <a:r>
              <a:rPr sz="1600" spc="120" dirty="0">
                <a:solidFill>
                  <a:srgbClr val="FFFFFF"/>
                </a:solidFill>
                <a:latin typeface="Trebuchet MS"/>
                <a:cs typeface="Trebuchet MS"/>
              </a:rPr>
              <a:t>customer</a:t>
            </a:r>
            <a:r>
              <a:rPr sz="1600" spc="-5" dirty="0">
                <a:solidFill>
                  <a:srgbClr val="FFFFFF"/>
                </a:solidFill>
                <a:latin typeface="Trebuchet MS"/>
                <a:cs typeface="Trebuchet MS"/>
              </a:rPr>
              <a:t> </a:t>
            </a:r>
            <a:r>
              <a:rPr sz="1600" spc="155" dirty="0">
                <a:solidFill>
                  <a:srgbClr val="FFFFFF"/>
                </a:solidFill>
                <a:latin typeface="Trebuchet MS"/>
                <a:cs typeface="Trebuchet MS"/>
              </a:rPr>
              <a:t>segments</a:t>
            </a:r>
            <a:r>
              <a:rPr sz="1600" dirty="0">
                <a:solidFill>
                  <a:srgbClr val="FFFFFF"/>
                </a:solidFill>
                <a:latin typeface="Trebuchet MS"/>
                <a:cs typeface="Trebuchet MS"/>
              </a:rPr>
              <a:t> </a:t>
            </a:r>
            <a:r>
              <a:rPr sz="1600" spc="65" dirty="0">
                <a:solidFill>
                  <a:srgbClr val="FFFFFF"/>
                </a:solidFill>
                <a:latin typeface="Trebuchet MS"/>
                <a:cs typeface="Trebuchet MS"/>
              </a:rPr>
              <a:t>that</a:t>
            </a:r>
            <a:r>
              <a:rPr sz="1600" dirty="0">
                <a:solidFill>
                  <a:srgbClr val="FFFFFF"/>
                </a:solidFill>
                <a:latin typeface="Trebuchet MS"/>
                <a:cs typeface="Trebuchet MS"/>
              </a:rPr>
              <a:t> </a:t>
            </a:r>
            <a:r>
              <a:rPr sz="1600" spc="65" dirty="0">
                <a:solidFill>
                  <a:srgbClr val="FFFFFF"/>
                </a:solidFill>
                <a:latin typeface="Trebuchet MS"/>
                <a:cs typeface="Trebuchet MS"/>
              </a:rPr>
              <a:t>contribute</a:t>
            </a:r>
            <a:r>
              <a:rPr sz="1600" dirty="0">
                <a:solidFill>
                  <a:srgbClr val="FFFFFF"/>
                </a:solidFill>
                <a:latin typeface="Trebuchet MS"/>
                <a:cs typeface="Trebuchet MS"/>
              </a:rPr>
              <a:t> </a:t>
            </a:r>
            <a:r>
              <a:rPr sz="1600" spc="65" dirty="0">
                <a:solidFill>
                  <a:srgbClr val="FFFFFF"/>
                </a:solidFill>
                <a:latin typeface="Trebuchet MS"/>
                <a:cs typeface="Trebuchet MS"/>
              </a:rPr>
              <a:t>the</a:t>
            </a:r>
            <a:r>
              <a:rPr sz="1600" spc="-5" dirty="0">
                <a:solidFill>
                  <a:srgbClr val="FFFFFF"/>
                </a:solidFill>
                <a:latin typeface="Trebuchet MS"/>
                <a:cs typeface="Trebuchet MS"/>
              </a:rPr>
              <a:t> </a:t>
            </a:r>
            <a:r>
              <a:rPr sz="1600" spc="100" dirty="0">
                <a:solidFill>
                  <a:srgbClr val="FFFFFF"/>
                </a:solidFill>
                <a:latin typeface="Trebuchet MS"/>
                <a:cs typeface="Trebuchet MS"/>
              </a:rPr>
              <a:t>highest</a:t>
            </a:r>
            <a:r>
              <a:rPr sz="1600" dirty="0">
                <a:solidFill>
                  <a:srgbClr val="FFFFFF"/>
                </a:solidFill>
                <a:latin typeface="Trebuchet MS"/>
                <a:cs typeface="Trebuchet MS"/>
              </a:rPr>
              <a:t> </a:t>
            </a:r>
            <a:r>
              <a:rPr sz="1600" spc="40" dirty="0">
                <a:solidFill>
                  <a:srgbClr val="FFFFFF"/>
                </a:solidFill>
                <a:latin typeface="Trebuchet MS"/>
                <a:cs typeface="Trebuchet MS"/>
              </a:rPr>
              <a:t>revenue.</a:t>
            </a:r>
            <a:endParaRPr sz="1600">
              <a:latin typeface="Trebuchet MS"/>
              <a:cs typeface="Trebuchet MS"/>
            </a:endParaRPr>
          </a:p>
          <a:p>
            <a:pPr>
              <a:lnSpc>
                <a:spcPct val="100000"/>
              </a:lnSpc>
              <a:spcBef>
                <a:spcPts val="315"/>
              </a:spcBef>
            </a:pPr>
            <a:endParaRPr sz="1600">
              <a:latin typeface="Trebuchet MS"/>
              <a:cs typeface="Trebuchet MS"/>
            </a:endParaRPr>
          </a:p>
          <a:p>
            <a:pPr marL="12700" marR="5080">
              <a:lnSpc>
                <a:spcPct val="113300"/>
              </a:lnSpc>
            </a:pPr>
            <a:r>
              <a:rPr sz="1600" b="1" spc="70" dirty="0">
                <a:solidFill>
                  <a:srgbClr val="FFFFFF"/>
                </a:solidFill>
                <a:latin typeface="Arial"/>
                <a:cs typeface="Arial"/>
              </a:rPr>
              <a:t>Optimize</a:t>
            </a:r>
            <a:r>
              <a:rPr sz="1600" b="1" spc="-60" dirty="0">
                <a:solidFill>
                  <a:srgbClr val="FFFFFF"/>
                </a:solidFill>
                <a:latin typeface="Arial"/>
                <a:cs typeface="Arial"/>
              </a:rPr>
              <a:t> </a:t>
            </a:r>
            <a:r>
              <a:rPr sz="1600" b="1" spc="50" dirty="0">
                <a:solidFill>
                  <a:srgbClr val="FFFFFF"/>
                </a:solidFill>
                <a:latin typeface="Arial"/>
                <a:cs typeface="Arial"/>
              </a:rPr>
              <a:t>Product</a:t>
            </a:r>
            <a:r>
              <a:rPr sz="1600" b="1" spc="-60" dirty="0">
                <a:solidFill>
                  <a:srgbClr val="FFFFFF"/>
                </a:solidFill>
                <a:latin typeface="Arial"/>
                <a:cs typeface="Arial"/>
              </a:rPr>
              <a:t> </a:t>
            </a:r>
            <a:r>
              <a:rPr sz="1600" b="1" spc="110" dirty="0">
                <a:solidFill>
                  <a:srgbClr val="FFFFFF"/>
                </a:solidFill>
                <a:latin typeface="Arial"/>
                <a:cs typeface="Arial"/>
              </a:rPr>
              <a:t>Management:</a:t>
            </a:r>
            <a:r>
              <a:rPr sz="1600" b="1" spc="-60" dirty="0">
                <a:solidFill>
                  <a:srgbClr val="FFFFFF"/>
                </a:solidFill>
                <a:latin typeface="Arial"/>
                <a:cs typeface="Arial"/>
              </a:rPr>
              <a:t> </a:t>
            </a:r>
            <a:r>
              <a:rPr sz="1600" spc="100" dirty="0">
                <a:solidFill>
                  <a:srgbClr val="FFFFFF"/>
                </a:solidFill>
                <a:latin typeface="Trebuchet MS"/>
                <a:cs typeface="Trebuchet MS"/>
              </a:rPr>
              <a:t>Maintain</a:t>
            </a:r>
            <a:r>
              <a:rPr sz="1600" spc="15" dirty="0">
                <a:solidFill>
                  <a:srgbClr val="FFFFFF"/>
                </a:solidFill>
                <a:latin typeface="Trebuchet MS"/>
                <a:cs typeface="Trebuchet MS"/>
              </a:rPr>
              <a:t> </a:t>
            </a:r>
            <a:r>
              <a:rPr sz="1600" dirty="0">
                <a:solidFill>
                  <a:srgbClr val="FFFFFF"/>
                </a:solidFill>
                <a:latin typeface="Trebuchet MS"/>
                <a:cs typeface="Trebuchet MS"/>
              </a:rPr>
              <a:t>sufficient</a:t>
            </a:r>
            <a:r>
              <a:rPr sz="1600" spc="10" dirty="0">
                <a:solidFill>
                  <a:srgbClr val="FFFFFF"/>
                </a:solidFill>
                <a:latin typeface="Trebuchet MS"/>
                <a:cs typeface="Trebuchet MS"/>
              </a:rPr>
              <a:t> </a:t>
            </a:r>
            <a:r>
              <a:rPr sz="1600" spc="65" dirty="0">
                <a:solidFill>
                  <a:srgbClr val="FFFFFF"/>
                </a:solidFill>
                <a:latin typeface="Trebuchet MS"/>
                <a:cs typeface="Trebuchet MS"/>
              </a:rPr>
              <a:t>inventory</a:t>
            </a:r>
            <a:r>
              <a:rPr sz="1600" spc="10" dirty="0">
                <a:solidFill>
                  <a:srgbClr val="FFFFFF"/>
                </a:solidFill>
                <a:latin typeface="Trebuchet MS"/>
                <a:cs typeface="Trebuchet MS"/>
              </a:rPr>
              <a:t> </a:t>
            </a:r>
            <a:r>
              <a:rPr sz="1600" dirty="0">
                <a:solidFill>
                  <a:srgbClr val="FFFFFF"/>
                </a:solidFill>
                <a:latin typeface="Trebuchet MS"/>
                <a:cs typeface="Trebuchet MS"/>
              </a:rPr>
              <a:t>for</a:t>
            </a:r>
            <a:r>
              <a:rPr sz="1600" spc="10" dirty="0">
                <a:solidFill>
                  <a:srgbClr val="FFFFFF"/>
                </a:solidFill>
                <a:latin typeface="Trebuchet MS"/>
                <a:cs typeface="Trebuchet MS"/>
              </a:rPr>
              <a:t> </a:t>
            </a:r>
            <a:r>
              <a:rPr sz="1600" spc="155" dirty="0">
                <a:solidFill>
                  <a:srgbClr val="FFFFFF"/>
                </a:solidFill>
                <a:latin typeface="Trebuchet MS"/>
                <a:cs typeface="Trebuchet MS"/>
              </a:rPr>
              <a:t>high-</a:t>
            </a:r>
            <a:r>
              <a:rPr sz="1600" spc="195" dirty="0">
                <a:solidFill>
                  <a:srgbClr val="FFFFFF"/>
                </a:solidFill>
                <a:latin typeface="Trebuchet MS"/>
                <a:cs typeface="Trebuchet MS"/>
              </a:rPr>
              <a:t>demand</a:t>
            </a:r>
            <a:r>
              <a:rPr sz="1600" spc="10" dirty="0">
                <a:solidFill>
                  <a:srgbClr val="FFFFFF"/>
                </a:solidFill>
                <a:latin typeface="Trebuchet MS"/>
                <a:cs typeface="Trebuchet MS"/>
              </a:rPr>
              <a:t> </a:t>
            </a:r>
            <a:r>
              <a:rPr sz="1600" spc="105" dirty="0">
                <a:solidFill>
                  <a:srgbClr val="FFFFFF"/>
                </a:solidFill>
                <a:latin typeface="Trebuchet MS"/>
                <a:cs typeface="Trebuchet MS"/>
              </a:rPr>
              <a:t>product</a:t>
            </a:r>
            <a:r>
              <a:rPr sz="1600" spc="10" dirty="0">
                <a:solidFill>
                  <a:srgbClr val="FFFFFF"/>
                </a:solidFill>
                <a:latin typeface="Trebuchet MS"/>
                <a:cs typeface="Trebuchet MS"/>
              </a:rPr>
              <a:t> </a:t>
            </a:r>
            <a:r>
              <a:rPr sz="1600" spc="105" dirty="0">
                <a:solidFill>
                  <a:srgbClr val="FFFFFF"/>
                </a:solidFill>
                <a:latin typeface="Trebuchet MS"/>
                <a:cs typeface="Trebuchet MS"/>
              </a:rPr>
              <a:t>categories</a:t>
            </a:r>
            <a:r>
              <a:rPr sz="1600" spc="10" dirty="0">
                <a:solidFill>
                  <a:srgbClr val="FFFFFF"/>
                </a:solidFill>
                <a:latin typeface="Trebuchet MS"/>
                <a:cs typeface="Trebuchet MS"/>
              </a:rPr>
              <a:t> </a:t>
            </a:r>
            <a:r>
              <a:rPr sz="1600" spc="160" dirty="0">
                <a:solidFill>
                  <a:srgbClr val="FFFFFF"/>
                </a:solidFill>
                <a:latin typeface="Trebuchet MS"/>
                <a:cs typeface="Trebuchet MS"/>
              </a:rPr>
              <a:t>and </a:t>
            </a:r>
            <a:r>
              <a:rPr sz="1600" spc="105" dirty="0">
                <a:solidFill>
                  <a:srgbClr val="FFFFFF"/>
                </a:solidFill>
                <a:latin typeface="Trebuchet MS"/>
                <a:cs typeface="Trebuchet MS"/>
              </a:rPr>
              <a:t>implement</a:t>
            </a:r>
            <a:r>
              <a:rPr sz="1600" spc="-20" dirty="0">
                <a:solidFill>
                  <a:srgbClr val="FFFFFF"/>
                </a:solidFill>
                <a:latin typeface="Trebuchet MS"/>
                <a:cs typeface="Trebuchet MS"/>
              </a:rPr>
              <a:t> </a:t>
            </a:r>
            <a:r>
              <a:rPr sz="1600" spc="95" dirty="0">
                <a:solidFill>
                  <a:srgbClr val="FFFFFF"/>
                </a:solidFill>
                <a:latin typeface="Trebuchet MS"/>
                <a:cs typeface="Trebuchet MS"/>
              </a:rPr>
              <a:t>promotional</a:t>
            </a:r>
            <a:r>
              <a:rPr sz="1600" spc="-20" dirty="0">
                <a:solidFill>
                  <a:srgbClr val="FFFFFF"/>
                </a:solidFill>
                <a:latin typeface="Trebuchet MS"/>
                <a:cs typeface="Trebuchet MS"/>
              </a:rPr>
              <a:t> </a:t>
            </a:r>
            <a:r>
              <a:rPr sz="1600" spc="185" dirty="0">
                <a:solidFill>
                  <a:srgbClr val="FFFFFF"/>
                </a:solidFill>
                <a:latin typeface="Trebuchet MS"/>
                <a:cs typeface="Trebuchet MS"/>
              </a:rPr>
              <a:t>campaigns</a:t>
            </a:r>
            <a:r>
              <a:rPr sz="1600" spc="-20" dirty="0">
                <a:solidFill>
                  <a:srgbClr val="FFFFFF"/>
                </a:solidFill>
                <a:latin typeface="Trebuchet MS"/>
                <a:cs typeface="Trebuchet MS"/>
              </a:rPr>
              <a:t> </a:t>
            </a:r>
            <a:r>
              <a:rPr sz="1600" dirty="0">
                <a:solidFill>
                  <a:srgbClr val="FFFFFF"/>
                </a:solidFill>
                <a:latin typeface="Trebuchet MS"/>
                <a:cs typeface="Trebuchet MS"/>
              </a:rPr>
              <a:t>to</a:t>
            </a:r>
            <a:r>
              <a:rPr sz="1600" spc="-20" dirty="0">
                <a:solidFill>
                  <a:srgbClr val="FFFFFF"/>
                </a:solidFill>
                <a:latin typeface="Trebuchet MS"/>
                <a:cs typeface="Trebuchet MS"/>
              </a:rPr>
              <a:t> </a:t>
            </a:r>
            <a:r>
              <a:rPr sz="1600" spc="105" dirty="0">
                <a:solidFill>
                  <a:srgbClr val="FFFFFF"/>
                </a:solidFill>
                <a:latin typeface="Trebuchet MS"/>
                <a:cs typeface="Trebuchet MS"/>
              </a:rPr>
              <a:t>improve</a:t>
            </a:r>
            <a:r>
              <a:rPr sz="1600" spc="-20" dirty="0">
                <a:solidFill>
                  <a:srgbClr val="FFFFFF"/>
                </a:solidFill>
                <a:latin typeface="Trebuchet MS"/>
                <a:cs typeface="Trebuchet MS"/>
              </a:rPr>
              <a:t> </a:t>
            </a:r>
            <a:r>
              <a:rPr sz="1600" spc="65" dirty="0">
                <a:solidFill>
                  <a:srgbClr val="FFFFFF"/>
                </a:solidFill>
                <a:latin typeface="Trebuchet MS"/>
                <a:cs typeface="Trebuchet MS"/>
              </a:rPr>
              <a:t>the</a:t>
            </a:r>
            <a:r>
              <a:rPr sz="1600" spc="-20" dirty="0">
                <a:solidFill>
                  <a:srgbClr val="FFFFFF"/>
                </a:solidFill>
                <a:latin typeface="Trebuchet MS"/>
                <a:cs typeface="Trebuchet MS"/>
              </a:rPr>
              <a:t> </a:t>
            </a:r>
            <a:r>
              <a:rPr sz="1600" spc="120" dirty="0">
                <a:solidFill>
                  <a:srgbClr val="FFFFFF"/>
                </a:solidFill>
                <a:latin typeface="Trebuchet MS"/>
                <a:cs typeface="Trebuchet MS"/>
              </a:rPr>
              <a:t>sales</a:t>
            </a:r>
            <a:r>
              <a:rPr sz="1600" spc="-15" dirty="0">
                <a:solidFill>
                  <a:srgbClr val="FFFFFF"/>
                </a:solidFill>
                <a:latin typeface="Trebuchet MS"/>
                <a:cs typeface="Trebuchet MS"/>
              </a:rPr>
              <a:t> </a:t>
            </a:r>
            <a:r>
              <a:rPr sz="1600" dirty="0">
                <a:solidFill>
                  <a:srgbClr val="FFFFFF"/>
                </a:solidFill>
                <a:latin typeface="Trebuchet MS"/>
                <a:cs typeface="Trebuchet MS"/>
              </a:rPr>
              <a:t>of</a:t>
            </a:r>
            <a:r>
              <a:rPr sz="1600" spc="-20" dirty="0">
                <a:solidFill>
                  <a:srgbClr val="FFFFFF"/>
                </a:solidFill>
                <a:latin typeface="Trebuchet MS"/>
                <a:cs typeface="Trebuchet MS"/>
              </a:rPr>
              <a:t> </a:t>
            </a:r>
            <a:r>
              <a:rPr sz="1600" spc="90" dirty="0">
                <a:solidFill>
                  <a:srgbClr val="FFFFFF"/>
                </a:solidFill>
                <a:latin typeface="Trebuchet MS"/>
                <a:cs typeface="Trebuchet MS"/>
              </a:rPr>
              <a:t>lower-</a:t>
            </a:r>
            <a:r>
              <a:rPr sz="1600" spc="95" dirty="0">
                <a:solidFill>
                  <a:srgbClr val="FFFFFF"/>
                </a:solidFill>
                <a:latin typeface="Trebuchet MS"/>
                <a:cs typeface="Trebuchet MS"/>
              </a:rPr>
              <a:t>performing</a:t>
            </a:r>
            <a:r>
              <a:rPr sz="1600" spc="-20" dirty="0">
                <a:solidFill>
                  <a:srgbClr val="FFFFFF"/>
                </a:solidFill>
                <a:latin typeface="Trebuchet MS"/>
                <a:cs typeface="Trebuchet MS"/>
              </a:rPr>
              <a:t> </a:t>
            </a:r>
            <a:r>
              <a:rPr sz="1600" spc="60" dirty="0">
                <a:solidFill>
                  <a:srgbClr val="FFFFFF"/>
                </a:solidFill>
                <a:latin typeface="Trebuchet MS"/>
                <a:cs typeface="Trebuchet MS"/>
              </a:rPr>
              <a:t>categories.</a:t>
            </a:r>
            <a:endParaRPr sz="1600">
              <a:latin typeface="Trebuchet MS"/>
              <a:cs typeface="Trebuchet MS"/>
            </a:endParaRPr>
          </a:p>
          <a:p>
            <a:pPr>
              <a:lnSpc>
                <a:spcPct val="100000"/>
              </a:lnSpc>
              <a:spcBef>
                <a:spcPts val="315"/>
              </a:spcBef>
            </a:pPr>
            <a:endParaRPr sz="1600">
              <a:latin typeface="Trebuchet MS"/>
              <a:cs typeface="Trebuchet MS"/>
            </a:endParaRPr>
          </a:p>
          <a:p>
            <a:pPr marL="12700" marR="25400">
              <a:lnSpc>
                <a:spcPct val="113300"/>
              </a:lnSpc>
            </a:pPr>
            <a:r>
              <a:rPr sz="1600" b="1" spc="80" dirty="0">
                <a:solidFill>
                  <a:srgbClr val="FFFFFF"/>
                </a:solidFill>
                <a:latin typeface="Arial"/>
                <a:cs typeface="Arial"/>
              </a:rPr>
              <a:t>Target</a:t>
            </a:r>
            <a:r>
              <a:rPr sz="1600" b="1" spc="-85" dirty="0">
                <a:solidFill>
                  <a:srgbClr val="FFFFFF"/>
                </a:solidFill>
                <a:latin typeface="Arial"/>
                <a:cs typeface="Arial"/>
              </a:rPr>
              <a:t> </a:t>
            </a:r>
            <a:r>
              <a:rPr sz="1600" b="1" spc="95" dirty="0">
                <a:solidFill>
                  <a:srgbClr val="FFFFFF"/>
                </a:solidFill>
                <a:latin typeface="Arial"/>
                <a:cs typeface="Arial"/>
              </a:rPr>
              <a:t>the</a:t>
            </a:r>
            <a:r>
              <a:rPr sz="1600" b="1" spc="-85" dirty="0">
                <a:solidFill>
                  <a:srgbClr val="FFFFFF"/>
                </a:solidFill>
                <a:latin typeface="Arial"/>
                <a:cs typeface="Arial"/>
              </a:rPr>
              <a:t> </a:t>
            </a:r>
            <a:r>
              <a:rPr sz="1600" b="1" spc="60" dirty="0">
                <a:solidFill>
                  <a:srgbClr val="FFFFFF"/>
                </a:solidFill>
                <a:latin typeface="Arial"/>
                <a:cs typeface="Arial"/>
              </a:rPr>
              <a:t>Most</a:t>
            </a:r>
            <a:r>
              <a:rPr sz="1600" b="1" spc="-80" dirty="0">
                <a:solidFill>
                  <a:srgbClr val="FFFFFF"/>
                </a:solidFill>
                <a:latin typeface="Arial"/>
                <a:cs typeface="Arial"/>
              </a:rPr>
              <a:t> </a:t>
            </a:r>
            <a:r>
              <a:rPr sz="1600" b="1" spc="65" dirty="0">
                <a:solidFill>
                  <a:srgbClr val="FFFFFF"/>
                </a:solidFill>
                <a:latin typeface="Arial"/>
                <a:cs typeface="Arial"/>
              </a:rPr>
              <a:t>Active</a:t>
            </a:r>
            <a:r>
              <a:rPr sz="1600" b="1" spc="-85" dirty="0">
                <a:solidFill>
                  <a:srgbClr val="FFFFFF"/>
                </a:solidFill>
                <a:latin typeface="Arial"/>
                <a:cs typeface="Arial"/>
              </a:rPr>
              <a:t> </a:t>
            </a:r>
            <a:r>
              <a:rPr sz="1600" b="1" spc="70" dirty="0">
                <a:solidFill>
                  <a:srgbClr val="FFFFFF"/>
                </a:solidFill>
                <a:latin typeface="Arial"/>
                <a:cs typeface="Arial"/>
              </a:rPr>
              <a:t>Age</a:t>
            </a:r>
            <a:r>
              <a:rPr sz="1600" b="1" spc="-85" dirty="0">
                <a:solidFill>
                  <a:srgbClr val="FFFFFF"/>
                </a:solidFill>
                <a:latin typeface="Arial"/>
                <a:cs typeface="Arial"/>
              </a:rPr>
              <a:t> </a:t>
            </a:r>
            <a:r>
              <a:rPr sz="1600" b="1" dirty="0">
                <a:solidFill>
                  <a:srgbClr val="FFFFFF"/>
                </a:solidFill>
                <a:latin typeface="Arial"/>
                <a:cs typeface="Arial"/>
              </a:rPr>
              <a:t>Group:</a:t>
            </a:r>
            <a:r>
              <a:rPr sz="1600" b="1" spc="15" dirty="0">
                <a:solidFill>
                  <a:srgbClr val="FFFFFF"/>
                </a:solidFill>
                <a:latin typeface="Arial"/>
                <a:cs typeface="Arial"/>
              </a:rPr>
              <a:t> </a:t>
            </a:r>
            <a:r>
              <a:rPr sz="1600" spc="95" dirty="0">
                <a:solidFill>
                  <a:srgbClr val="FFFFFF"/>
                </a:solidFill>
                <a:latin typeface="Trebuchet MS"/>
                <a:cs typeface="Trebuchet MS"/>
              </a:rPr>
              <a:t>Develop</a:t>
            </a:r>
            <a:r>
              <a:rPr sz="1600" spc="-20" dirty="0">
                <a:solidFill>
                  <a:srgbClr val="FFFFFF"/>
                </a:solidFill>
                <a:latin typeface="Trebuchet MS"/>
                <a:cs typeface="Trebuchet MS"/>
              </a:rPr>
              <a:t> </a:t>
            </a:r>
            <a:r>
              <a:rPr sz="1600" spc="225" dirty="0">
                <a:solidFill>
                  <a:srgbClr val="FFFFFF"/>
                </a:solidFill>
                <a:latin typeface="Trebuchet MS"/>
                <a:cs typeface="Trebuchet MS"/>
              </a:rPr>
              <a:t>age-</a:t>
            </a:r>
            <a:r>
              <a:rPr sz="1600" spc="75" dirty="0">
                <a:solidFill>
                  <a:srgbClr val="FFFFFF"/>
                </a:solidFill>
                <a:latin typeface="Trebuchet MS"/>
                <a:cs typeface="Trebuchet MS"/>
              </a:rPr>
              <a:t>specific</a:t>
            </a:r>
            <a:r>
              <a:rPr sz="1600" spc="-20" dirty="0">
                <a:solidFill>
                  <a:srgbClr val="FFFFFF"/>
                </a:solidFill>
                <a:latin typeface="Trebuchet MS"/>
                <a:cs typeface="Trebuchet MS"/>
              </a:rPr>
              <a:t> </a:t>
            </a:r>
            <a:r>
              <a:rPr sz="1600" spc="100" dirty="0">
                <a:solidFill>
                  <a:srgbClr val="FFFFFF"/>
                </a:solidFill>
                <a:latin typeface="Trebuchet MS"/>
                <a:cs typeface="Trebuchet MS"/>
              </a:rPr>
              <a:t>marketing</a:t>
            </a:r>
            <a:r>
              <a:rPr sz="1600" spc="-20" dirty="0">
                <a:solidFill>
                  <a:srgbClr val="FFFFFF"/>
                </a:solidFill>
                <a:latin typeface="Trebuchet MS"/>
                <a:cs typeface="Trebuchet MS"/>
              </a:rPr>
              <a:t> </a:t>
            </a:r>
            <a:r>
              <a:rPr sz="1600" spc="185" dirty="0">
                <a:solidFill>
                  <a:srgbClr val="FFFFFF"/>
                </a:solidFill>
                <a:latin typeface="Trebuchet MS"/>
                <a:cs typeface="Trebuchet MS"/>
              </a:rPr>
              <a:t>campaigns</a:t>
            </a:r>
            <a:r>
              <a:rPr sz="1600" spc="-20" dirty="0">
                <a:solidFill>
                  <a:srgbClr val="FFFFFF"/>
                </a:solidFill>
                <a:latin typeface="Trebuchet MS"/>
                <a:cs typeface="Trebuchet MS"/>
              </a:rPr>
              <a:t> </a:t>
            </a:r>
            <a:r>
              <a:rPr sz="1600" spc="185" dirty="0">
                <a:solidFill>
                  <a:srgbClr val="FFFFFF"/>
                </a:solidFill>
                <a:latin typeface="Trebuchet MS"/>
                <a:cs typeface="Trebuchet MS"/>
              </a:rPr>
              <a:t>and</a:t>
            </a:r>
            <a:r>
              <a:rPr sz="1600" spc="-20" dirty="0">
                <a:solidFill>
                  <a:srgbClr val="FFFFFF"/>
                </a:solidFill>
                <a:latin typeface="Trebuchet MS"/>
                <a:cs typeface="Trebuchet MS"/>
              </a:rPr>
              <a:t> </a:t>
            </a:r>
            <a:r>
              <a:rPr sz="1600" spc="95" dirty="0">
                <a:solidFill>
                  <a:srgbClr val="FFFFFF"/>
                </a:solidFill>
                <a:latin typeface="Trebuchet MS"/>
                <a:cs typeface="Trebuchet MS"/>
              </a:rPr>
              <a:t>promotional</a:t>
            </a:r>
            <a:r>
              <a:rPr sz="1600" spc="-25" dirty="0">
                <a:solidFill>
                  <a:srgbClr val="FFFFFF"/>
                </a:solidFill>
                <a:latin typeface="Trebuchet MS"/>
                <a:cs typeface="Trebuchet MS"/>
              </a:rPr>
              <a:t> </a:t>
            </a:r>
            <a:r>
              <a:rPr sz="1600" spc="-10" dirty="0">
                <a:solidFill>
                  <a:srgbClr val="FFFFFF"/>
                </a:solidFill>
                <a:latin typeface="Trebuchet MS"/>
                <a:cs typeface="Trebuchet MS"/>
              </a:rPr>
              <a:t>offers </a:t>
            </a:r>
            <a:r>
              <a:rPr sz="1600" dirty="0">
                <a:solidFill>
                  <a:srgbClr val="FFFFFF"/>
                </a:solidFill>
                <a:latin typeface="Trebuchet MS"/>
                <a:cs typeface="Trebuchet MS"/>
              </a:rPr>
              <a:t>to</a:t>
            </a:r>
            <a:r>
              <a:rPr sz="1600" spc="-35" dirty="0">
                <a:solidFill>
                  <a:srgbClr val="FFFFFF"/>
                </a:solidFill>
                <a:latin typeface="Trebuchet MS"/>
                <a:cs typeface="Trebuchet MS"/>
              </a:rPr>
              <a:t> </a:t>
            </a:r>
            <a:r>
              <a:rPr sz="1600" spc="105" dirty="0">
                <a:solidFill>
                  <a:srgbClr val="FFFFFF"/>
                </a:solidFill>
                <a:latin typeface="Trebuchet MS"/>
                <a:cs typeface="Trebuchet MS"/>
              </a:rPr>
              <a:t>increase</a:t>
            </a:r>
            <a:r>
              <a:rPr sz="1600" spc="-30" dirty="0">
                <a:solidFill>
                  <a:srgbClr val="FFFFFF"/>
                </a:solidFill>
                <a:latin typeface="Trebuchet MS"/>
                <a:cs typeface="Trebuchet MS"/>
              </a:rPr>
              <a:t> </a:t>
            </a:r>
            <a:r>
              <a:rPr sz="1600" spc="120" dirty="0">
                <a:solidFill>
                  <a:srgbClr val="FFFFFF"/>
                </a:solidFill>
                <a:latin typeface="Trebuchet MS"/>
                <a:cs typeface="Trebuchet MS"/>
              </a:rPr>
              <a:t>customer</a:t>
            </a:r>
            <a:r>
              <a:rPr sz="1600" spc="-30" dirty="0">
                <a:solidFill>
                  <a:srgbClr val="FFFFFF"/>
                </a:solidFill>
                <a:latin typeface="Trebuchet MS"/>
                <a:cs typeface="Trebuchet MS"/>
              </a:rPr>
              <a:t> </a:t>
            </a:r>
            <a:r>
              <a:rPr sz="1600" spc="165" dirty="0">
                <a:solidFill>
                  <a:srgbClr val="FFFFFF"/>
                </a:solidFill>
                <a:latin typeface="Trebuchet MS"/>
                <a:cs typeface="Trebuchet MS"/>
              </a:rPr>
              <a:t>engagement</a:t>
            </a:r>
            <a:r>
              <a:rPr sz="1600" spc="-30" dirty="0">
                <a:solidFill>
                  <a:srgbClr val="FFFFFF"/>
                </a:solidFill>
                <a:latin typeface="Trebuchet MS"/>
                <a:cs typeface="Trebuchet MS"/>
              </a:rPr>
              <a:t> </a:t>
            </a:r>
            <a:r>
              <a:rPr sz="1600" spc="185" dirty="0">
                <a:solidFill>
                  <a:srgbClr val="FFFFFF"/>
                </a:solidFill>
                <a:latin typeface="Trebuchet MS"/>
                <a:cs typeface="Trebuchet MS"/>
              </a:rPr>
              <a:t>and</a:t>
            </a:r>
            <a:r>
              <a:rPr sz="1600" spc="-30" dirty="0">
                <a:solidFill>
                  <a:srgbClr val="FFFFFF"/>
                </a:solidFill>
                <a:latin typeface="Trebuchet MS"/>
                <a:cs typeface="Trebuchet MS"/>
              </a:rPr>
              <a:t> </a:t>
            </a:r>
            <a:r>
              <a:rPr sz="1600" spc="145" dirty="0">
                <a:solidFill>
                  <a:srgbClr val="FFFFFF"/>
                </a:solidFill>
                <a:latin typeface="Trebuchet MS"/>
                <a:cs typeface="Trebuchet MS"/>
              </a:rPr>
              <a:t>encourage</a:t>
            </a:r>
            <a:r>
              <a:rPr sz="1600" spc="-30" dirty="0">
                <a:solidFill>
                  <a:srgbClr val="FFFFFF"/>
                </a:solidFill>
                <a:latin typeface="Trebuchet MS"/>
                <a:cs typeface="Trebuchet MS"/>
              </a:rPr>
              <a:t> </a:t>
            </a:r>
            <a:r>
              <a:rPr sz="1600" spc="90" dirty="0">
                <a:solidFill>
                  <a:srgbClr val="FFFFFF"/>
                </a:solidFill>
                <a:latin typeface="Trebuchet MS"/>
                <a:cs typeface="Trebuchet MS"/>
              </a:rPr>
              <a:t>repeat</a:t>
            </a:r>
            <a:r>
              <a:rPr sz="1600" spc="-30" dirty="0">
                <a:solidFill>
                  <a:srgbClr val="FFFFFF"/>
                </a:solidFill>
                <a:latin typeface="Trebuchet MS"/>
                <a:cs typeface="Trebuchet MS"/>
              </a:rPr>
              <a:t> </a:t>
            </a:r>
            <a:r>
              <a:rPr sz="1600" spc="95" dirty="0">
                <a:solidFill>
                  <a:srgbClr val="FFFFFF"/>
                </a:solidFill>
                <a:latin typeface="Trebuchet MS"/>
                <a:cs typeface="Trebuchet MS"/>
              </a:rPr>
              <a:t>purchases.</a:t>
            </a:r>
            <a:endParaRPr sz="1600">
              <a:latin typeface="Trebuchet MS"/>
              <a:cs typeface="Trebuchet MS"/>
            </a:endParaRPr>
          </a:p>
          <a:p>
            <a:pPr>
              <a:lnSpc>
                <a:spcPct val="100000"/>
              </a:lnSpc>
              <a:spcBef>
                <a:spcPts val="320"/>
              </a:spcBef>
            </a:pPr>
            <a:endParaRPr sz="1600">
              <a:latin typeface="Trebuchet MS"/>
              <a:cs typeface="Trebuchet MS"/>
            </a:endParaRPr>
          </a:p>
          <a:p>
            <a:pPr marL="12700" marR="130810">
              <a:lnSpc>
                <a:spcPct val="113300"/>
              </a:lnSpc>
            </a:pPr>
            <a:r>
              <a:rPr sz="1600" b="1" spc="60" dirty="0">
                <a:solidFill>
                  <a:srgbClr val="FFFFFF"/>
                </a:solidFill>
                <a:latin typeface="Arial"/>
                <a:cs typeface="Arial"/>
              </a:rPr>
              <a:t>Enhance</a:t>
            </a:r>
            <a:r>
              <a:rPr sz="1600" b="1" spc="-70" dirty="0">
                <a:solidFill>
                  <a:srgbClr val="FFFFFF"/>
                </a:solidFill>
                <a:latin typeface="Arial"/>
                <a:cs typeface="Arial"/>
              </a:rPr>
              <a:t> </a:t>
            </a:r>
            <a:r>
              <a:rPr sz="1600" b="1" spc="105" dirty="0">
                <a:solidFill>
                  <a:srgbClr val="FFFFFF"/>
                </a:solidFill>
                <a:latin typeface="Arial"/>
                <a:cs typeface="Arial"/>
              </a:rPr>
              <a:t>Payment</a:t>
            </a:r>
            <a:r>
              <a:rPr sz="1600" b="1" spc="-65" dirty="0">
                <a:solidFill>
                  <a:srgbClr val="FFFFFF"/>
                </a:solidFill>
                <a:latin typeface="Arial"/>
                <a:cs typeface="Arial"/>
              </a:rPr>
              <a:t> </a:t>
            </a:r>
            <a:r>
              <a:rPr sz="1600" b="1" dirty="0">
                <a:solidFill>
                  <a:srgbClr val="FFFFFF"/>
                </a:solidFill>
                <a:latin typeface="Arial"/>
                <a:cs typeface="Arial"/>
              </a:rPr>
              <a:t>Experience:</a:t>
            </a:r>
            <a:r>
              <a:rPr sz="1600" b="1" spc="40" dirty="0">
                <a:solidFill>
                  <a:srgbClr val="FFFFFF"/>
                </a:solidFill>
                <a:latin typeface="Arial"/>
                <a:cs typeface="Arial"/>
              </a:rPr>
              <a:t> </a:t>
            </a:r>
            <a:r>
              <a:rPr sz="1600" spc="125" dirty="0">
                <a:solidFill>
                  <a:srgbClr val="FFFFFF"/>
                </a:solidFill>
                <a:latin typeface="Trebuchet MS"/>
                <a:cs typeface="Trebuchet MS"/>
              </a:rPr>
              <a:t>Encourage</a:t>
            </a:r>
            <a:r>
              <a:rPr sz="1600" dirty="0">
                <a:solidFill>
                  <a:srgbClr val="FFFFFF"/>
                </a:solidFill>
                <a:latin typeface="Trebuchet MS"/>
                <a:cs typeface="Trebuchet MS"/>
              </a:rPr>
              <a:t> </a:t>
            </a:r>
            <a:r>
              <a:rPr sz="1600" spc="65" dirty="0">
                <a:solidFill>
                  <a:srgbClr val="FFFFFF"/>
                </a:solidFill>
                <a:latin typeface="Trebuchet MS"/>
                <a:cs typeface="Trebuchet MS"/>
              </a:rPr>
              <a:t>the</a:t>
            </a:r>
            <a:r>
              <a:rPr sz="1600" dirty="0">
                <a:solidFill>
                  <a:srgbClr val="FFFFFF"/>
                </a:solidFill>
                <a:latin typeface="Trebuchet MS"/>
                <a:cs typeface="Trebuchet MS"/>
              </a:rPr>
              <a:t> </a:t>
            </a:r>
            <a:r>
              <a:rPr sz="1600" spc="114" dirty="0">
                <a:solidFill>
                  <a:srgbClr val="FFFFFF"/>
                </a:solidFill>
                <a:latin typeface="Trebuchet MS"/>
                <a:cs typeface="Trebuchet MS"/>
              </a:rPr>
              <a:t>adoption</a:t>
            </a:r>
            <a:r>
              <a:rPr sz="1600" spc="5" dirty="0">
                <a:solidFill>
                  <a:srgbClr val="FFFFFF"/>
                </a:solidFill>
                <a:latin typeface="Trebuchet MS"/>
                <a:cs typeface="Trebuchet MS"/>
              </a:rPr>
              <a:t> </a:t>
            </a:r>
            <a:r>
              <a:rPr sz="1600" dirty="0">
                <a:solidFill>
                  <a:srgbClr val="FFFFFF"/>
                </a:solidFill>
                <a:latin typeface="Trebuchet MS"/>
                <a:cs typeface="Trebuchet MS"/>
              </a:rPr>
              <a:t>of </a:t>
            </a:r>
            <a:r>
              <a:rPr sz="1600" spc="55" dirty="0">
                <a:solidFill>
                  <a:srgbClr val="FFFFFF"/>
                </a:solidFill>
                <a:latin typeface="Trebuchet MS"/>
                <a:cs typeface="Trebuchet MS"/>
              </a:rPr>
              <a:t>digital</a:t>
            </a:r>
            <a:r>
              <a:rPr sz="1600" dirty="0">
                <a:solidFill>
                  <a:srgbClr val="FFFFFF"/>
                </a:solidFill>
                <a:latin typeface="Trebuchet MS"/>
                <a:cs typeface="Trebuchet MS"/>
              </a:rPr>
              <a:t> </a:t>
            </a:r>
            <a:r>
              <a:rPr sz="1600" spc="145" dirty="0">
                <a:solidFill>
                  <a:srgbClr val="FFFFFF"/>
                </a:solidFill>
                <a:latin typeface="Trebuchet MS"/>
                <a:cs typeface="Trebuchet MS"/>
              </a:rPr>
              <a:t>payment</a:t>
            </a:r>
            <a:r>
              <a:rPr sz="1600" spc="5" dirty="0">
                <a:solidFill>
                  <a:srgbClr val="FFFFFF"/>
                </a:solidFill>
                <a:latin typeface="Trebuchet MS"/>
                <a:cs typeface="Trebuchet MS"/>
              </a:rPr>
              <a:t> </a:t>
            </a:r>
            <a:r>
              <a:rPr sz="1600" spc="145" dirty="0">
                <a:solidFill>
                  <a:srgbClr val="FFFFFF"/>
                </a:solidFill>
                <a:latin typeface="Trebuchet MS"/>
                <a:cs typeface="Trebuchet MS"/>
              </a:rPr>
              <a:t>methods</a:t>
            </a:r>
            <a:r>
              <a:rPr sz="1600" dirty="0">
                <a:solidFill>
                  <a:srgbClr val="FFFFFF"/>
                </a:solidFill>
                <a:latin typeface="Trebuchet MS"/>
                <a:cs typeface="Trebuchet MS"/>
              </a:rPr>
              <a:t> </a:t>
            </a:r>
            <a:r>
              <a:rPr sz="1600" spc="145" dirty="0">
                <a:solidFill>
                  <a:srgbClr val="FFFFFF"/>
                </a:solidFill>
                <a:latin typeface="Trebuchet MS"/>
                <a:cs typeface="Trebuchet MS"/>
              </a:rPr>
              <a:t>by</a:t>
            </a:r>
            <a:r>
              <a:rPr sz="1600" dirty="0">
                <a:solidFill>
                  <a:srgbClr val="FFFFFF"/>
                </a:solidFill>
                <a:latin typeface="Trebuchet MS"/>
                <a:cs typeface="Trebuchet MS"/>
              </a:rPr>
              <a:t> </a:t>
            </a:r>
            <a:r>
              <a:rPr sz="1600" spc="45" dirty="0">
                <a:solidFill>
                  <a:srgbClr val="FFFFFF"/>
                </a:solidFill>
                <a:latin typeface="Trebuchet MS"/>
                <a:cs typeface="Trebuchet MS"/>
              </a:rPr>
              <a:t>offering </a:t>
            </a:r>
            <a:r>
              <a:rPr sz="1600" spc="114" dirty="0">
                <a:solidFill>
                  <a:srgbClr val="FFFFFF"/>
                </a:solidFill>
                <a:latin typeface="Trebuchet MS"/>
                <a:cs typeface="Trebuchet MS"/>
              </a:rPr>
              <a:t>cashback,</a:t>
            </a:r>
            <a:r>
              <a:rPr sz="1600" spc="-10" dirty="0">
                <a:solidFill>
                  <a:srgbClr val="FFFFFF"/>
                </a:solidFill>
                <a:latin typeface="Trebuchet MS"/>
                <a:cs typeface="Trebuchet MS"/>
              </a:rPr>
              <a:t> </a:t>
            </a:r>
            <a:r>
              <a:rPr sz="1600" spc="70" dirty="0">
                <a:solidFill>
                  <a:srgbClr val="FFFFFF"/>
                </a:solidFill>
                <a:latin typeface="Trebuchet MS"/>
                <a:cs typeface="Trebuchet MS"/>
              </a:rPr>
              <a:t>discounts,</a:t>
            </a:r>
            <a:r>
              <a:rPr sz="1600" spc="-10" dirty="0">
                <a:solidFill>
                  <a:srgbClr val="FFFFFF"/>
                </a:solidFill>
                <a:latin typeface="Trebuchet MS"/>
                <a:cs typeface="Trebuchet MS"/>
              </a:rPr>
              <a:t> </a:t>
            </a:r>
            <a:r>
              <a:rPr sz="1600" spc="185" dirty="0">
                <a:solidFill>
                  <a:srgbClr val="FFFFFF"/>
                </a:solidFill>
                <a:latin typeface="Trebuchet MS"/>
                <a:cs typeface="Trebuchet MS"/>
              </a:rPr>
              <a:t>and</a:t>
            </a:r>
            <a:r>
              <a:rPr sz="1600" spc="-5" dirty="0">
                <a:solidFill>
                  <a:srgbClr val="FFFFFF"/>
                </a:solidFill>
                <a:latin typeface="Trebuchet MS"/>
                <a:cs typeface="Trebuchet MS"/>
              </a:rPr>
              <a:t> </a:t>
            </a:r>
            <a:r>
              <a:rPr sz="1600" spc="95" dirty="0">
                <a:solidFill>
                  <a:srgbClr val="FFFFFF"/>
                </a:solidFill>
                <a:latin typeface="Trebuchet MS"/>
                <a:cs typeface="Trebuchet MS"/>
              </a:rPr>
              <a:t>reward</a:t>
            </a:r>
            <a:r>
              <a:rPr sz="1600" spc="-10" dirty="0">
                <a:solidFill>
                  <a:srgbClr val="FFFFFF"/>
                </a:solidFill>
                <a:latin typeface="Trebuchet MS"/>
                <a:cs typeface="Trebuchet MS"/>
              </a:rPr>
              <a:t> </a:t>
            </a:r>
            <a:r>
              <a:rPr sz="1600" spc="155" dirty="0">
                <a:solidFill>
                  <a:srgbClr val="FFFFFF"/>
                </a:solidFill>
                <a:latin typeface="Trebuchet MS"/>
                <a:cs typeface="Trebuchet MS"/>
              </a:rPr>
              <a:t>programs</a:t>
            </a:r>
            <a:r>
              <a:rPr sz="1600" spc="-5" dirty="0">
                <a:solidFill>
                  <a:srgbClr val="FFFFFF"/>
                </a:solidFill>
                <a:latin typeface="Trebuchet MS"/>
                <a:cs typeface="Trebuchet MS"/>
              </a:rPr>
              <a:t> </a:t>
            </a:r>
            <a:r>
              <a:rPr sz="1600" dirty="0">
                <a:solidFill>
                  <a:srgbClr val="FFFFFF"/>
                </a:solidFill>
                <a:latin typeface="Trebuchet MS"/>
                <a:cs typeface="Trebuchet MS"/>
              </a:rPr>
              <a:t>while</a:t>
            </a:r>
            <a:r>
              <a:rPr sz="1600" spc="-10" dirty="0">
                <a:solidFill>
                  <a:srgbClr val="FFFFFF"/>
                </a:solidFill>
                <a:latin typeface="Trebuchet MS"/>
                <a:cs typeface="Trebuchet MS"/>
              </a:rPr>
              <a:t> </a:t>
            </a:r>
            <a:r>
              <a:rPr sz="1600" spc="95" dirty="0">
                <a:solidFill>
                  <a:srgbClr val="FFFFFF"/>
                </a:solidFill>
                <a:latin typeface="Trebuchet MS"/>
                <a:cs typeface="Trebuchet MS"/>
              </a:rPr>
              <a:t>continuing</a:t>
            </a:r>
            <a:r>
              <a:rPr sz="1600" spc="-10" dirty="0">
                <a:solidFill>
                  <a:srgbClr val="FFFFFF"/>
                </a:solidFill>
                <a:latin typeface="Trebuchet MS"/>
                <a:cs typeface="Trebuchet MS"/>
              </a:rPr>
              <a:t> </a:t>
            </a:r>
            <a:r>
              <a:rPr sz="1600" dirty="0">
                <a:solidFill>
                  <a:srgbClr val="FFFFFF"/>
                </a:solidFill>
                <a:latin typeface="Trebuchet MS"/>
                <a:cs typeface="Trebuchet MS"/>
              </a:rPr>
              <a:t>to</a:t>
            </a:r>
            <a:r>
              <a:rPr sz="1600" spc="-5" dirty="0">
                <a:solidFill>
                  <a:srgbClr val="FFFFFF"/>
                </a:solidFill>
                <a:latin typeface="Trebuchet MS"/>
                <a:cs typeface="Trebuchet MS"/>
              </a:rPr>
              <a:t> </a:t>
            </a:r>
            <a:r>
              <a:rPr sz="1600" spc="105" dirty="0">
                <a:solidFill>
                  <a:srgbClr val="FFFFFF"/>
                </a:solidFill>
                <a:latin typeface="Trebuchet MS"/>
                <a:cs typeface="Trebuchet MS"/>
              </a:rPr>
              <a:t>support</a:t>
            </a:r>
            <a:r>
              <a:rPr sz="1600" spc="-10" dirty="0">
                <a:solidFill>
                  <a:srgbClr val="FFFFFF"/>
                </a:solidFill>
                <a:latin typeface="Trebuchet MS"/>
                <a:cs typeface="Trebuchet MS"/>
              </a:rPr>
              <a:t> </a:t>
            </a:r>
            <a:r>
              <a:rPr sz="1600" spc="114" dirty="0">
                <a:solidFill>
                  <a:srgbClr val="FFFFFF"/>
                </a:solidFill>
                <a:latin typeface="Trebuchet MS"/>
                <a:cs typeface="Trebuchet MS"/>
              </a:rPr>
              <a:t>customers'</a:t>
            </a:r>
            <a:r>
              <a:rPr sz="1600" spc="-5" dirty="0">
                <a:solidFill>
                  <a:srgbClr val="FFFFFF"/>
                </a:solidFill>
                <a:latin typeface="Trebuchet MS"/>
                <a:cs typeface="Trebuchet MS"/>
              </a:rPr>
              <a:t> </a:t>
            </a:r>
            <a:r>
              <a:rPr sz="1600" spc="55" dirty="0">
                <a:solidFill>
                  <a:srgbClr val="FFFFFF"/>
                </a:solidFill>
                <a:latin typeface="Trebuchet MS"/>
                <a:cs typeface="Trebuchet MS"/>
              </a:rPr>
              <a:t>preferred</a:t>
            </a:r>
            <a:r>
              <a:rPr sz="1600" spc="-10" dirty="0">
                <a:solidFill>
                  <a:srgbClr val="FFFFFF"/>
                </a:solidFill>
                <a:latin typeface="Trebuchet MS"/>
                <a:cs typeface="Trebuchet MS"/>
              </a:rPr>
              <a:t> </a:t>
            </a:r>
            <a:r>
              <a:rPr sz="1600" spc="135" dirty="0">
                <a:solidFill>
                  <a:srgbClr val="FFFFFF"/>
                </a:solidFill>
                <a:latin typeface="Trebuchet MS"/>
                <a:cs typeface="Trebuchet MS"/>
              </a:rPr>
              <a:t>payment </a:t>
            </a:r>
            <a:r>
              <a:rPr sz="1600" spc="40" dirty="0">
                <a:solidFill>
                  <a:srgbClr val="FFFFFF"/>
                </a:solidFill>
                <a:latin typeface="Trebuchet MS"/>
                <a:cs typeface="Trebuchet MS"/>
              </a:rPr>
              <a:t>options.</a:t>
            </a:r>
            <a:endParaRPr sz="1600">
              <a:latin typeface="Trebuchet MS"/>
              <a:cs typeface="Trebuchet MS"/>
            </a:endParaRPr>
          </a:p>
          <a:p>
            <a:pPr>
              <a:lnSpc>
                <a:spcPct val="100000"/>
              </a:lnSpc>
              <a:spcBef>
                <a:spcPts val="315"/>
              </a:spcBef>
            </a:pPr>
            <a:endParaRPr sz="1600">
              <a:latin typeface="Trebuchet MS"/>
              <a:cs typeface="Trebuchet MS"/>
            </a:endParaRPr>
          </a:p>
          <a:p>
            <a:pPr marL="12700" marR="114935">
              <a:lnSpc>
                <a:spcPct val="113300"/>
              </a:lnSpc>
            </a:pPr>
            <a:r>
              <a:rPr sz="1600" b="1" spc="90" dirty="0">
                <a:solidFill>
                  <a:srgbClr val="FFFFFF"/>
                </a:solidFill>
                <a:latin typeface="Arial"/>
                <a:cs typeface="Arial"/>
              </a:rPr>
              <a:t>Improve</a:t>
            </a:r>
            <a:r>
              <a:rPr sz="1600" b="1" spc="-75" dirty="0">
                <a:solidFill>
                  <a:srgbClr val="FFFFFF"/>
                </a:solidFill>
                <a:latin typeface="Arial"/>
                <a:cs typeface="Arial"/>
              </a:rPr>
              <a:t> </a:t>
            </a:r>
            <a:r>
              <a:rPr sz="1600" b="1" spc="55" dirty="0">
                <a:solidFill>
                  <a:srgbClr val="FFFFFF"/>
                </a:solidFill>
                <a:latin typeface="Arial"/>
                <a:cs typeface="Arial"/>
              </a:rPr>
              <a:t>Shopping</a:t>
            </a:r>
            <a:r>
              <a:rPr sz="1600" b="1" spc="-75" dirty="0">
                <a:solidFill>
                  <a:srgbClr val="FFFFFF"/>
                </a:solidFill>
                <a:latin typeface="Arial"/>
                <a:cs typeface="Arial"/>
              </a:rPr>
              <a:t> </a:t>
            </a:r>
            <a:r>
              <a:rPr sz="1600" b="1" spc="85" dirty="0">
                <a:solidFill>
                  <a:srgbClr val="FFFFFF"/>
                </a:solidFill>
                <a:latin typeface="Arial"/>
                <a:cs typeface="Arial"/>
              </a:rPr>
              <a:t>Mall</a:t>
            </a:r>
            <a:r>
              <a:rPr sz="1600" b="1" spc="-75" dirty="0">
                <a:solidFill>
                  <a:srgbClr val="FFFFFF"/>
                </a:solidFill>
                <a:latin typeface="Arial"/>
                <a:cs typeface="Arial"/>
              </a:rPr>
              <a:t> </a:t>
            </a:r>
            <a:r>
              <a:rPr sz="1600" b="1" spc="65" dirty="0">
                <a:solidFill>
                  <a:srgbClr val="FFFFFF"/>
                </a:solidFill>
                <a:latin typeface="Arial"/>
                <a:cs typeface="Arial"/>
              </a:rPr>
              <a:t>Performance:</a:t>
            </a:r>
            <a:r>
              <a:rPr sz="1600" b="1" spc="-75" dirty="0">
                <a:solidFill>
                  <a:srgbClr val="FFFFFF"/>
                </a:solidFill>
                <a:latin typeface="Arial"/>
                <a:cs typeface="Arial"/>
              </a:rPr>
              <a:t> </a:t>
            </a:r>
            <a:r>
              <a:rPr sz="1600" spc="80" dirty="0">
                <a:solidFill>
                  <a:srgbClr val="FFFFFF"/>
                </a:solidFill>
                <a:latin typeface="Trebuchet MS"/>
                <a:cs typeface="Trebuchet MS"/>
              </a:rPr>
              <a:t>Analyze</a:t>
            </a:r>
            <a:r>
              <a:rPr sz="1600" spc="-10" dirty="0">
                <a:solidFill>
                  <a:srgbClr val="FFFFFF"/>
                </a:solidFill>
                <a:latin typeface="Trebuchet MS"/>
                <a:cs typeface="Trebuchet MS"/>
              </a:rPr>
              <a:t> </a:t>
            </a:r>
            <a:r>
              <a:rPr sz="1600" spc="120" dirty="0">
                <a:solidFill>
                  <a:srgbClr val="FFFFFF"/>
                </a:solidFill>
                <a:latin typeface="Trebuchet MS"/>
                <a:cs typeface="Trebuchet MS"/>
              </a:rPr>
              <a:t>sales</a:t>
            </a:r>
            <a:r>
              <a:rPr sz="1600" spc="-10" dirty="0">
                <a:solidFill>
                  <a:srgbClr val="FFFFFF"/>
                </a:solidFill>
                <a:latin typeface="Trebuchet MS"/>
                <a:cs typeface="Trebuchet MS"/>
              </a:rPr>
              <a:t> </a:t>
            </a:r>
            <a:r>
              <a:rPr sz="1600" spc="114" dirty="0">
                <a:solidFill>
                  <a:srgbClr val="FFFFFF"/>
                </a:solidFill>
                <a:latin typeface="Trebuchet MS"/>
                <a:cs typeface="Trebuchet MS"/>
              </a:rPr>
              <a:t>performance</a:t>
            </a:r>
            <a:r>
              <a:rPr sz="1600" spc="-10" dirty="0">
                <a:solidFill>
                  <a:srgbClr val="FFFFFF"/>
                </a:solidFill>
                <a:latin typeface="Trebuchet MS"/>
                <a:cs typeface="Trebuchet MS"/>
              </a:rPr>
              <a:t> </a:t>
            </a:r>
            <a:r>
              <a:rPr sz="1600" spc="145" dirty="0">
                <a:solidFill>
                  <a:srgbClr val="FFFFFF"/>
                </a:solidFill>
                <a:latin typeface="Trebuchet MS"/>
                <a:cs typeface="Trebuchet MS"/>
              </a:rPr>
              <a:t>across</a:t>
            </a:r>
            <a:r>
              <a:rPr sz="1600" spc="-10" dirty="0">
                <a:solidFill>
                  <a:srgbClr val="FFFFFF"/>
                </a:solidFill>
                <a:latin typeface="Trebuchet MS"/>
                <a:cs typeface="Trebuchet MS"/>
              </a:rPr>
              <a:t> </a:t>
            </a:r>
            <a:r>
              <a:rPr sz="1600" dirty="0">
                <a:solidFill>
                  <a:srgbClr val="FFFFFF"/>
                </a:solidFill>
                <a:latin typeface="Trebuchet MS"/>
                <a:cs typeface="Trebuchet MS"/>
              </a:rPr>
              <a:t>different</a:t>
            </a:r>
            <a:r>
              <a:rPr sz="1600" spc="-10" dirty="0">
                <a:solidFill>
                  <a:srgbClr val="FFFFFF"/>
                </a:solidFill>
                <a:latin typeface="Trebuchet MS"/>
                <a:cs typeface="Trebuchet MS"/>
              </a:rPr>
              <a:t> </a:t>
            </a:r>
            <a:r>
              <a:rPr sz="1600" spc="145" dirty="0">
                <a:solidFill>
                  <a:srgbClr val="FFFFFF"/>
                </a:solidFill>
                <a:latin typeface="Trebuchet MS"/>
                <a:cs typeface="Trebuchet MS"/>
              </a:rPr>
              <a:t>shopping</a:t>
            </a:r>
            <a:r>
              <a:rPr sz="1600" spc="-5" dirty="0">
                <a:solidFill>
                  <a:srgbClr val="FFFFFF"/>
                </a:solidFill>
                <a:latin typeface="Trebuchet MS"/>
                <a:cs typeface="Trebuchet MS"/>
              </a:rPr>
              <a:t> </a:t>
            </a:r>
            <a:r>
              <a:rPr sz="1600" spc="110" dirty="0">
                <a:solidFill>
                  <a:srgbClr val="FFFFFF"/>
                </a:solidFill>
                <a:latin typeface="Trebuchet MS"/>
                <a:cs typeface="Trebuchet MS"/>
              </a:rPr>
              <a:t>malls</a:t>
            </a:r>
            <a:r>
              <a:rPr sz="1600" spc="-10" dirty="0">
                <a:solidFill>
                  <a:srgbClr val="FFFFFF"/>
                </a:solidFill>
                <a:latin typeface="Trebuchet MS"/>
                <a:cs typeface="Trebuchet MS"/>
              </a:rPr>
              <a:t> </a:t>
            </a:r>
            <a:r>
              <a:rPr sz="1600" spc="160" dirty="0">
                <a:solidFill>
                  <a:srgbClr val="FFFFFF"/>
                </a:solidFill>
                <a:latin typeface="Trebuchet MS"/>
                <a:cs typeface="Trebuchet MS"/>
              </a:rPr>
              <a:t>and </a:t>
            </a:r>
            <a:r>
              <a:rPr sz="1600" spc="105" dirty="0">
                <a:solidFill>
                  <a:srgbClr val="FFFFFF"/>
                </a:solidFill>
                <a:latin typeface="Trebuchet MS"/>
                <a:cs typeface="Trebuchet MS"/>
              </a:rPr>
              <a:t>implement</a:t>
            </a:r>
            <a:r>
              <a:rPr sz="1600" spc="-20" dirty="0">
                <a:solidFill>
                  <a:srgbClr val="FFFFFF"/>
                </a:solidFill>
                <a:latin typeface="Trebuchet MS"/>
                <a:cs typeface="Trebuchet MS"/>
              </a:rPr>
              <a:t> </a:t>
            </a:r>
            <a:r>
              <a:rPr sz="1600" spc="100" dirty="0">
                <a:solidFill>
                  <a:srgbClr val="FFFFFF"/>
                </a:solidFill>
                <a:latin typeface="Trebuchet MS"/>
                <a:cs typeface="Trebuchet MS"/>
              </a:rPr>
              <a:t>location-</a:t>
            </a:r>
            <a:r>
              <a:rPr sz="1600" spc="75" dirty="0">
                <a:solidFill>
                  <a:srgbClr val="FFFFFF"/>
                </a:solidFill>
                <a:latin typeface="Trebuchet MS"/>
                <a:cs typeface="Trebuchet MS"/>
              </a:rPr>
              <a:t>specific</a:t>
            </a:r>
            <a:r>
              <a:rPr sz="1600" spc="-15" dirty="0">
                <a:solidFill>
                  <a:srgbClr val="FFFFFF"/>
                </a:solidFill>
                <a:latin typeface="Trebuchet MS"/>
                <a:cs typeface="Trebuchet MS"/>
              </a:rPr>
              <a:t> </a:t>
            </a:r>
            <a:r>
              <a:rPr sz="1600" spc="100" dirty="0">
                <a:solidFill>
                  <a:srgbClr val="FFFFFF"/>
                </a:solidFill>
                <a:latin typeface="Trebuchet MS"/>
                <a:cs typeface="Trebuchet MS"/>
              </a:rPr>
              <a:t>marketing</a:t>
            </a:r>
            <a:r>
              <a:rPr sz="1600" spc="-15" dirty="0">
                <a:solidFill>
                  <a:srgbClr val="FFFFFF"/>
                </a:solidFill>
                <a:latin typeface="Trebuchet MS"/>
                <a:cs typeface="Trebuchet MS"/>
              </a:rPr>
              <a:t> </a:t>
            </a:r>
            <a:r>
              <a:rPr sz="1600" spc="85" dirty="0">
                <a:solidFill>
                  <a:srgbClr val="FFFFFF"/>
                </a:solidFill>
                <a:latin typeface="Trebuchet MS"/>
                <a:cs typeface="Trebuchet MS"/>
              </a:rPr>
              <a:t>strategies</a:t>
            </a:r>
            <a:r>
              <a:rPr sz="1600" spc="-15" dirty="0">
                <a:solidFill>
                  <a:srgbClr val="FFFFFF"/>
                </a:solidFill>
                <a:latin typeface="Trebuchet MS"/>
                <a:cs typeface="Trebuchet MS"/>
              </a:rPr>
              <a:t> </a:t>
            </a:r>
            <a:r>
              <a:rPr sz="1600" dirty="0">
                <a:solidFill>
                  <a:srgbClr val="FFFFFF"/>
                </a:solidFill>
                <a:latin typeface="Trebuchet MS"/>
                <a:cs typeface="Trebuchet MS"/>
              </a:rPr>
              <a:t>to</a:t>
            </a:r>
            <a:r>
              <a:rPr sz="1600" spc="-15" dirty="0">
                <a:solidFill>
                  <a:srgbClr val="FFFFFF"/>
                </a:solidFill>
                <a:latin typeface="Trebuchet MS"/>
                <a:cs typeface="Trebuchet MS"/>
              </a:rPr>
              <a:t> </a:t>
            </a:r>
            <a:r>
              <a:rPr sz="1600" spc="105" dirty="0">
                <a:solidFill>
                  <a:srgbClr val="FFFFFF"/>
                </a:solidFill>
                <a:latin typeface="Trebuchet MS"/>
                <a:cs typeface="Trebuchet MS"/>
              </a:rPr>
              <a:t>increase</a:t>
            </a:r>
            <a:r>
              <a:rPr sz="1600" spc="-15" dirty="0">
                <a:solidFill>
                  <a:srgbClr val="FFFFFF"/>
                </a:solidFill>
                <a:latin typeface="Trebuchet MS"/>
                <a:cs typeface="Trebuchet MS"/>
              </a:rPr>
              <a:t> </a:t>
            </a:r>
            <a:r>
              <a:rPr sz="1600" spc="95" dirty="0">
                <a:solidFill>
                  <a:srgbClr val="FFFFFF"/>
                </a:solidFill>
                <a:latin typeface="Trebuchet MS"/>
                <a:cs typeface="Trebuchet MS"/>
              </a:rPr>
              <a:t>revenue</a:t>
            </a:r>
            <a:r>
              <a:rPr sz="1600" spc="-15" dirty="0">
                <a:solidFill>
                  <a:srgbClr val="FFFFFF"/>
                </a:solidFill>
                <a:latin typeface="Trebuchet MS"/>
                <a:cs typeface="Trebuchet MS"/>
              </a:rPr>
              <a:t> </a:t>
            </a:r>
            <a:r>
              <a:rPr sz="1600" dirty="0">
                <a:solidFill>
                  <a:srgbClr val="FFFFFF"/>
                </a:solidFill>
                <a:latin typeface="Trebuchet MS"/>
                <a:cs typeface="Trebuchet MS"/>
              </a:rPr>
              <a:t>in</a:t>
            </a:r>
            <a:r>
              <a:rPr sz="1600" spc="-20" dirty="0">
                <a:solidFill>
                  <a:srgbClr val="FFFFFF"/>
                </a:solidFill>
                <a:latin typeface="Trebuchet MS"/>
                <a:cs typeface="Trebuchet MS"/>
              </a:rPr>
              <a:t> </a:t>
            </a:r>
            <a:r>
              <a:rPr sz="1600" spc="90" dirty="0">
                <a:solidFill>
                  <a:srgbClr val="FFFFFF"/>
                </a:solidFill>
                <a:latin typeface="Trebuchet MS"/>
                <a:cs typeface="Trebuchet MS"/>
              </a:rPr>
              <a:t>lower-</a:t>
            </a:r>
            <a:r>
              <a:rPr sz="1600" spc="95" dirty="0">
                <a:solidFill>
                  <a:srgbClr val="FFFFFF"/>
                </a:solidFill>
                <a:latin typeface="Trebuchet MS"/>
                <a:cs typeface="Trebuchet MS"/>
              </a:rPr>
              <a:t>performing</a:t>
            </a:r>
            <a:r>
              <a:rPr sz="1600" spc="-15" dirty="0">
                <a:solidFill>
                  <a:srgbClr val="FFFFFF"/>
                </a:solidFill>
                <a:latin typeface="Trebuchet MS"/>
                <a:cs typeface="Trebuchet MS"/>
              </a:rPr>
              <a:t> </a:t>
            </a:r>
            <a:r>
              <a:rPr sz="1600" spc="45" dirty="0">
                <a:solidFill>
                  <a:srgbClr val="FFFFFF"/>
                </a:solidFill>
                <a:latin typeface="Trebuchet MS"/>
                <a:cs typeface="Trebuchet MS"/>
              </a:rPr>
              <a:t>locations.</a:t>
            </a:r>
            <a:endParaRPr sz="1600">
              <a:latin typeface="Trebuchet MS"/>
              <a:cs typeface="Trebuchet MS"/>
            </a:endParaRPr>
          </a:p>
          <a:p>
            <a:pPr>
              <a:lnSpc>
                <a:spcPct val="100000"/>
              </a:lnSpc>
              <a:spcBef>
                <a:spcPts val="315"/>
              </a:spcBef>
            </a:pPr>
            <a:endParaRPr sz="1600">
              <a:latin typeface="Trebuchet MS"/>
              <a:cs typeface="Trebuchet MS"/>
            </a:endParaRPr>
          </a:p>
          <a:p>
            <a:pPr marL="12700" marR="302895">
              <a:lnSpc>
                <a:spcPct val="113300"/>
              </a:lnSpc>
            </a:pPr>
            <a:r>
              <a:rPr sz="1600" b="1" spc="55" dirty="0">
                <a:solidFill>
                  <a:srgbClr val="FFFFFF"/>
                </a:solidFill>
                <a:latin typeface="Arial"/>
                <a:cs typeface="Arial"/>
              </a:rPr>
              <a:t>Support</a:t>
            </a:r>
            <a:r>
              <a:rPr sz="1600" b="1" spc="-60" dirty="0">
                <a:solidFill>
                  <a:srgbClr val="FFFFFF"/>
                </a:solidFill>
                <a:latin typeface="Arial"/>
                <a:cs typeface="Arial"/>
              </a:rPr>
              <a:t> </a:t>
            </a:r>
            <a:r>
              <a:rPr sz="1600" b="1" spc="170" dirty="0">
                <a:solidFill>
                  <a:srgbClr val="FFFFFF"/>
                </a:solidFill>
                <a:latin typeface="Arial"/>
                <a:cs typeface="Arial"/>
              </a:rPr>
              <a:t>Data-</a:t>
            </a:r>
            <a:r>
              <a:rPr sz="1600" b="1" spc="60" dirty="0">
                <a:solidFill>
                  <a:srgbClr val="FFFFFF"/>
                </a:solidFill>
                <a:latin typeface="Arial"/>
                <a:cs typeface="Arial"/>
              </a:rPr>
              <a:t>Driven</a:t>
            </a:r>
            <a:r>
              <a:rPr sz="1600" b="1" spc="-60" dirty="0">
                <a:solidFill>
                  <a:srgbClr val="FFFFFF"/>
                </a:solidFill>
                <a:latin typeface="Arial"/>
                <a:cs typeface="Arial"/>
              </a:rPr>
              <a:t> </a:t>
            </a:r>
            <a:r>
              <a:rPr sz="1600" b="1" dirty="0">
                <a:solidFill>
                  <a:srgbClr val="FFFFFF"/>
                </a:solidFill>
                <a:latin typeface="Arial"/>
                <a:cs typeface="Arial"/>
              </a:rPr>
              <a:t>Decision</a:t>
            </a:r>
            <a:r>
              <a:rPr sz="1600" b="1" spc="-55" dirty="0">
                <a:solidFill>
                  <a:srgbClr val="FFFFFF"/>
                </a:solidFill>
                <a:latin typeface="Arial"/>
                <a:cs typeface="Arial"/>
              </a:rPr>
              <a:t> </a:t>
            </a:r>
            <a:r>
              <a:rPr sz="1600" b="1" spc="75" dirty="0">
                <a:solidFill>
                  <a:srgbClr val="FFFFFF"/>
                </a:solidFill>
                <a:latin typeface="Arial"/>
                <a:cs typeface="Arial"/>
              </a:rPr>
              <a:t>Making:</a:t>
            </a:r>
            <a:r>
              <a:rPr sz="1600" b="1" spc="45" dirty="0">
                <a:solidFill>
                  <a:srgbClr val="FFFFFF"/>
                </a:solidFill>
                <a:latin typeface="Arial"/>
                <a:cs typeface="Arial"/>
              </a:rPr>
              <a:t> </a:t>
            </a:r>
            <a:r>
              <a:rPr sz="1600" spc="75" dirty="0">
                <a:solidFill>
                  <a:srgbClr val="FFFFFF"/>
                </a:solidFill>
                <a:latin typeface="Trebuchet MS"/>
                <a:cs typeface="Trebuchet MS"/>
              </a:rPr>
              <a:t>Regularly</a:t>
            </a:r>
            <a:r>
              <a:rPr sz="1600" spc="10" dirty="0">
                <a:solidFill>
                  <a:srgbClr val="FFFFFF"/>
                </a:solidFill>
                <a:latin typeface="Trebuchet MS"/>
                <a:cs typeface="Trebuchet MS"/>
              </a:rPr>
              <a:t> </a:t>
            </a:r>
            <a:r>
              <a:rPr sz="1600" spc="85" dirty="0">
                <a:solidFill>
                  <a:srgbClr val="FFFFFF"/>
                </a:solidFill>
                <a:latin typeface="Trebuchet MS"/>
                <a:cs typeface="Trebuchet MS"/>
              </a:rPr>
              <a:t>monitor</a:t>
            </a:r>
            <a:r>
              <a:rPr sz="1600" spc="10" dirty="0">
                <a:solidFill>
                  <a:srgbClr val="FFFFFF"/>
                </a:solidFill>
                <a:latin typeface="Trebuchet MS"/>
                <a:cs typeface="Trebuchet MS"/>
              </a:rPr>
              <a:t> </a:t>
            </a:r>
            <a:r>
              <a:rPr sz="1600" spc="130" dirty="0">
                <a:solidFill>
                  <a:srgbClr val="FFFFFF"/>
                </a:solidFill>
                <a:latin typeface="Trebuchet MS"/>
                <a:cs typeface="Trebuchet MS"/>
              </a:rPr>
              <a:t>business</a:t>
            </a:r>
            <a:r>
              <a:rPr sz="1600" spc="15" dirty="0">
                <a:solidFill>
                  <a:srgbClr val="FFFFFF"/>
                </a:solidFill>
                <a:latin typeface="Trebuchet MS"/>
                <a:cs typeface="Trebuchet MS"/>
              </a:rPr>
              <a:t> </a:t>
            </a:r>
            <a:r>
              <a:rPr sz="1600" dirty="0">
                <a:solidFill>
                  <a:srgbClr val="FFFFFF"/>
                </a:solidFill>
                <a:latin typeface="Trebuchet MS"/>
                <a:cs typeface="Trebuchet MS"/>
              </a:rPr>
              <a:t>KPIs</a:t>
            </a:r>
            <a:r>
              <a:rPr sz="1600" spc="10" dirty="0">
                <a:solidFill>
                  <a:srgbClr val="FFFFFF"/>
                </a:solidFill>
                <a:latin typeface="Trebuchet MS"/>
                <a:cs typeface="Trebuchet MS"/>
              </a:rPr>
              <a:t> </a:t>
            </a:r>
            <a:r>
              <a:rPr sz="1600" spc="185" dirty="0">
                <a:solidFill>
                  <a:srgbClr val="FFFFFF"/>
                </a:solidFill>
                <a:latin typeface="Trebuchet MS"/>
                <a:cs typeface="Trebuchet MS"/>
              </a:rPr>
              <a:t>and</a:t>
            </a:r>
            <a:r>
              <a:rPr sz="1600" spc="10" dirty="0">
                <a:solidFill>
                  <a:srgbClr val="FFFFFF"/>
                </a:solidFill>
                <a:latin typeface="Trebuchet MS"/>
                <a:cs typeface="Trebuchet MS"/>
              </a:rPr>
              <a:t> </a:t>
            </a:r>
            <a:r>
              <a:rPr sz="1600" spc="120" dirty="0">
                <a:solidFill>
                  <a:srgbClr val="FFFFFF"/>
                </a:solidFill>
                <a:latin typeface="Trebuchet MS"/>
                <a:cs typeface="Trebuchet MS"/>
              </a:rPr>
              <a:t>customer</a:t>
            </a:r>
            <a:r>
              <a:rPr sz="1600" spc="15" dirty="0">
                <a:solidFill>
                  <a:srgbClr val="FFFFFF"/>
                </a:solidFill>
                <a:latin typeface="Trebuchet MS"/>
                <a:cs typeface="Trebuchet MS"/>
              </a:rPr>
              <a:t> </a:t>
            </a:r>
            <a:r>
              <a:rPr sz="1600" spc="125" dirty="0">
                <a:solidFill>
                  <a:srgbClr val="FFFFFF"/>
                </a:solidFill>
                <a:latin typeface="Trebuchet MS"/>
                <a:cs typeface="Trebuchet MS"/>
              </a:rPr>
              <a:t>purchasing </a:t>
            </a:r>
            <a:r>
              <a:rPr sz="1600" spc="85" dirty="0">
                <a:solidFill>
                  <a:srgbClr val="FFFFFF"/>
                </a:solidFill>
                <a:latin typeface="Trebuchet MS"/>
                <a:cs typeface="Trebuchet MS"/>
              </a:rPr>
              <a:t>trends</a:t>
            </a:r>
            <a:r>
              <a:rPr sz="1600" spc="-10" dirty="0">
                <a:solidFill>
                  <a:srgbClr val="FFFFFF"/>
                </a:solidFill>
                <a:latin typeface="Trebuchet MS"/>
                <a:cs typeface="Trebuchet MS"/>
              </a:rPr>
              <a:t> </a:t>
            </a:r>
            <a:r>
              <a:rPr sz="1600" spc="135" dirty="0">
                <a:solidFill>
                  <a:srgbClr val="FFFFFF"/>
                </a:solidFill>
                <a:latin typeface="Trebuchet MS"/>
                <a:cs typeface="Trebuchet MS"/>
              </a:rPr>
              <a:t>using</a:t>
            </a:r>
            <a:r>
              <a:rPr sz="1600" spc="-5" dirty="0">
                <a:solidFill>
                  <a:srgbClr val="FFFFFF"/>
                </a:solidFill>
                <a:latin typeface="Trebuchet MS"/>
                <a:cs typeface="Trebuchet MS"/>
              </a:rPr>
              <a:t> </a:t>
            </a:r>
            <a:r>
              <a:rPr sz="1600" spc="70" dirty="0">
                <a:solidFill>
                  <a:srgbClr val="FFFFFF"/>
                </a:solidFill>
                <a:latin typeface="Trebuchet MS"/>
                <a:cs typeface="Trebuchet MS"/>
              </a:rPr>
              <a:t>Power</a:t>
            </a:r>
            <a:r>
              <a:rPr sz="1600" spc="-5" dirty="0">
                <a:solidFill>
                  <a:srgbClr val="FFFFFF"/>
                </a:solidFill>
                <a:latin typeface="Trebuchet MS"/>
                <a:cs typeface="Trebuchet MS"/>
              </a:rPr>
              <a:t> </a:t>
            </a:r>
            <a:r>
              <a:rPr sz="1600" dirty="0">
                <a:solidFill>
                  <a:srgbClr val="FFFFFF"/>
                </a:solidFill>
                <a:latin typeface="Trebuchet MS"/>
                <a:cs typeface="Trebuchet MS"/>
              </a:rPr>
              <a:t>BI</a:t>
            </a:r>
            <a:r>
              <a:rPr sz="1600" spc="-10" dirty="0">
                <a:solidFill>
                  <a:srgbClr val="FFFFFF"/>
                </a:solidFill>
                <a:latin typeface="Trebuchet MS"/>
                <a:cs typeface="Trebuchet MS"/>
              </a:rPr>
              <a:t> </a:t>
            </a:r>
            <a:r>
              <a:rPr sz="1600" spc="160" dirty="0">
                <a:solidFill>
                  <a:srgbClr val="FFFFFF"/>
                </a:solidFill>
                <a:latin typeface="Trebuchet MS"/>
                <a:cs typeface="Trebuchet MS"/>
              </a:rPr>
              <a:t>dashboards</a:t>
            </a:r>
            <a:r>
              <a:rPr sz="1600" spc="-5" dirty="0">
                <a:solidFill>
                  <a:srgbClr val="FFFFFF"/>
                </a:solidFill>
                <a:latin typeface="Trebuchet MS"/>
                <a:cs typeface="Trebuchet MS"/>
              </a:rPr>
              <a:t> </a:t>
            </a:r>
            <a:r>
              <a:rPr sz="1600" dirty="0">
                <a:solidFill>
                  <a:srgbClr val="FFFFFF"/>
                </a:solidFill>
                <a:latin typeface="Trebuchet MS"/>
                <a:cs typeface="Trebuchet MS"/>
              </a:rPr>
              <a:t>to</a:t>
            </a:r>
            <a:r>
              <a:rPr sz="1600" spc="-5" dirty="0">
                <a:solidFill>
                  <a:srgbClr val="FFFFFF"/>
                </a:solidFill>
                <a:latin typeface="Trebuchet MS"/>
                <a:cs typeface="Trebuchet MS"/>
              </a:rPr>
              <a:t> </a:t>
            </a:r>
            <a:r>
              <a:rPr sz="1600" dirty="0">
                <a:solidFill>
                  <a:srgbClr val="FFFFFF"/>
                </a:solidFill>
                <a:latin typeface="Trebuchet MS"/>
                <a:cs typeface="Trebuchet MS"/>
              </a:rPr>
              <a:t>identify</a:t>
            </a:r>
            <a:r>
              <a:rPr sz="1600" spc="-5" dirty="0">
                <a:solidFill>
                  <a:srgbClr val="FFFFFF"/>
                </a:solidFill>
                <a:latin typeface="Trebuchet MS"/>
                <a:cs typeface="Trebuchet MS"/>
              </a:rPr>
              <a:t> </a:t>
            </a:r>
            <a:r>
              <a:rPr sz="1600" spc="45" dirty="0">
                <a:solidFill>
                  <a:srgbClr val="FFFFFF"/>
                </a:solidFill>
                <a:latin typeface="Trebuchet MS"/>
                <a:cs typeface="Trebuchet MS"/>
              </a:rPr>
              <a:t>opportunities,</a:t>
            </a:r>
            <a:r>
              <a:rPr sz="1600" spc="-10" dirty="0">
                <a:solidFill>
                  <a:srgbClr val="FFFFFF"/>
                </a:solidFill>
                <a:latin typeface="Trebuchet MS"/>
                <a:cs typeface="Trebuchet MS"/>
              </a:rPr>
              <a:t> </a:t>
            </a:r>
            <a:r>
              <a:rPr sz="1600" spc="65" dirty="0">
                <a:solidFill>
                  <a:srgbClr val="FFFFFF"/>
                </a:solidFill>
                <a:latin typeface="Trebuchet MS"/>
                <a:cs typeface="Trebuchet MS"/>
              </a:rPr>
              <a:t>track</a:t>
            </a:r>
            <a:r>
              <a:rPr sz="1600" spc="-5" dirty="0">
                <a:solidFill>
                  <a:srgbClr val="FFFFFF"/>
                </a:solidFill>
                <a:latin typeface="Trebuchet MS"/>
                <a:cs typeface="Trebuchet MS"/>
              </a:rPr>
              <a:t> </a:t>
            </a:r>
            <a:r>
              <a:rPr sz="1600" spc="80" dirty="0">
                <a:solidFill>
                  <a:srgbClr val="FFFFFF"/>
                </a:solidFill>
                <a:latin typeface="Trebuchet MS"/>
                <a:cs typeface="Trebuchet MS"/>
              </a:rPr>
              <a:t>performance,</a:t>
            </a:r>
            <a:r>
              <a:rPr sz="1600" spc="-5" dirty="0">
                <a:solidFill>
                  <a:srgbClr val="FFFFFF"/>
                </a:solidFill>
                <a:latin typeface="Trebuchet MS"/>
                <a:cs typeface="Trebuchet MS"/>
              </a:rPr>
              <a:t> </a:t>
            </a:r>
            <a:r>
              <a:rPr sz="1600" spc="185" dirty="0">
                <a:solidFill>
                  <a:srgbClr val="FFFFFF"/>
                </a:solidFill>
                <a:latin typeface="Trebuchet MS"/>
                <a:cs typeface="Trebuchet MS"/>
              </a:rPr>
              <a:t>and</a:t>
            </a:r>
            <a:r>
              <a:rPr sz="1600" spc="-5" dirty="0">
                <a:solidFill>
                  <a:srgbClr val="FFFFFF"/>
                </a:solidFill>
                <a:latin typeface="Trebuchet MS"/>
                <a:cs typeface="Trebuchet MS"/>
              </a:rPr>
              <a:t> </a:t>
            </a:r>
            <a:r>
              <a:rPr sz="1600" spc="105" dirty="0">
                <a:solidFill>
                  <a:srgbClr val="FFFFFF"/>
                </a:solidFill>
                <a:latin typeface="Trebuchet MS"/>
                <a:cs typeface="Trebuchet MS"/>
              </a:rPr>
              <a:t>support</a:t>
            </a:r>
            <a:r>
              <a:rPr sz="1600" spc="-10" dirty="0">
                <a:solidFill>
                  <a:srgbClr val="FFFFFF"/>
                </a:solidFill>
                <a:latin typeface="Trebuchet MS"/>
                <a:cs typeface="Trebuchet MS"/>
              </a:rPr>
              <a:t> </a:t>
            </a:r>
            <a:r>
              <a:rPr sz="1600" spc="70" dirty="0">
                <a:solidFill>
                  <a:srgbClr val="FFFFFF"/>
                </a:solidFill>
                <a:latin typeface="Trebuchet MS"/>
                <a:cs typeface="Trebuchet MS"/>
              </a:rPr>
              <a:t>strategic </a:t>
            </a:r>
            <a:r>
              <a:rPr sz="1600" spc="130" dirty="0">
                <a:solidFill>
                  <a:srgbClr val="FFFFFF"/>
                </a:solidFill>
                <a:latin typeface="Trebuchet MS"/>
                <a:cs typeface="Trebuchet MS"/>
              </a:rPr>
              <a:t>business</a:t>
            </a:r>
            <a:r>
              <a:rPr sz="1600" spc="-55" dirty="0">
                <a:solidFill>
                  <a:srgbClr val="FFFFFF"/>
                </a:solidFill>
                <a:latin typeface="Trebuchet MS"/>
                <a:cs typeface="Trebuchet MS"/>
              </a:rPr>
              <a:t> </a:t>
            </a:r>
            <a:r>
              <a:rPr sz="1600" spc="60" dirty="0">
                <a:solidFill>
                  <a:srgbClr val="FFFFFF"/>
                </a:solidFill>
                <a:latin typeface="Trebuchet MS"/>
                <a:cs typeface="Trebuchet MS"/>
              </a:rPr>
              <a:t>decisions.</a:t>
            </a:r>
            <a:endParaRPr sz="1600">
              <a:latin typeface="Trebuchet MS"/>
              <a:cs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7997" cy="10286998"/>
          </a:xfrm>
          <a:prstGeom prst="rect">
            <a:avLst/>
          </a:prstGeom>
        </p:spPr>
      </p:pic>
      <p:grpSp>
        <p:nvGrpSpPr>
          <p:cNvPr id="3" name="object 3"/>
          <p:cNvGrpSpPr/>
          <p:nvPr/>
        </p:nvGrpSpPr>
        <p:grpSpPr>
          <a:xfrm>
            <a:off x="0" y="0"/>
            <a:ext cx="18283555" cy="10287000"/>
            <a:chOff x="0" y="0"/>
            <a:chExt cx="18283555" cy="10287000"/>
          </a:xfrm>
        </p:grpSpPr>
        <p:pic>
          <p:nvPicPr>
            <p:cNvPr id="4" name="object 4"/>
            <p:cNvPicPr/>
            <p:nvPr/>
          </p:nvPicPr>
          <p:blipFill>
            <a:blip r:embed="rId3" cstate="print"/>
            <a:stretch>
              <a:fillRect/>
            </a:stretch>
          </p:blipFill>
          <p:spPr>
            <a:xfrm>
              <a:off x="0" y="0"/>
              <a:ext cx="18283536" cy="10287000"/>
            </a:xfrm>
            <a:prstGeom prst="rect">
              <a:avLst/>
            </a:prstGeom>
          </p:spPr>
        </p:pic>
        <p:pic>
          <p:nvPicPr>
            <p:cNvPr id="5" name="object 5"/>
            <p:cNvPicPr/>
            <p:nvPr/>
          </p:nvPicPr>
          <p:blipFill>
            <a:blip r:embed="rId4" cstate="print"/>
            <a:stretch>
              <a:fillRect/>
            </a:stretch>
          </p:blipFill>
          <p:spPr>
            <a:xfrm>
              <a:off x="1438796" y="2321547"/>
              <a:ext cx="5955186" cy="5943600"/>
            </a:xfrm>
            <a:prstGeom prst="rect">
              <a:avLst/>
            </a:prstGeom>
          </p:spPr>
        </p:pic>
      </p:grpSp>
      <p:sp>
        <p:nvSpPr>
          <p:cNvPr id="6" name="object 6"/>
          <p:cNvSpPr txBox="1"/>
          <p:nvPr/>
        </p:nvSpPr>
        <p:spPr>
          <a:xfrm>
            <a:off x="8538202" y="3242278"/>
            <a:ext cx="8361680" cy="4609465"/>
          </a:xfrm>
          <a:prstGeom prst="rect">
            <a:avLst/>
          </a:prstGeom>
        </p:spPr>
        <p:txBody>
          <a:bodyPr vert="horz" wrap="square" lIns="0" tIns="14604" rIns="0" bIns="0" rtlCol="0">
            <a:spAutoFit/>
          </a:bodyPr>
          <a:lstStyle/>
          <a:p>
            <a:pPr marL="12700">
              <a:lnSpc>
                <a:spcPct val="100000"/>
              </a:lnSpc>
              <a:spcBef>
                <a:spcPts val="114"/>
              </a:spcBef>
            </a:pPr>
            <a:r>
              <a:rPr sz="8100" b="1" spc="-10" dirty="0">
                <a:solidFill>
                  <a:srgbClr val="FFFFFF"/>
                </a:solidFill>
                <a:latin typeface="Arial"/>
                <a:cs typeface="Arial"/>
              </a:rPr>
              <a:t>CONCLUSION</a:t>
            </a:r>
            <a:endParaRPr sz="8100">
              <a:latin typeface="Arial"/>
              <a:cs typeface="Arial"/>
            </a:endParaRPr>
          </a:p>
          <a:p>
            <a:pPr marL="12700" marR="5080" algn="just">
              <a:lnSpc>
                <a:spcPct val="114599"/>
              </a:lnSpc>
              <a:spcBef>
                <a:spcPts val="1610"/>
              </a:spcBef>
            </a:pPr>
            <a:r>
              <a:rPr sz="1800" spc="50" dirty="0">
                <a:solidFill>
                  <a:srgbClr val="FFFFFF"/>
                </a:solidFill>
                <a:latin typeface="Trebuchet MS"/>
                <a:cs typeface="Trebuchet MS"/>
              </a:rPr>
              <a:t>This</a:t>
            </a:r>
            <a:r>
              <a:rPr sz="1800" spc="180" dirty="0">
                <a:solidFill>
                  <a:srgbClr val="FFFFFF"/>
                </a:solidFill>
                <a:latin typeface="Trebuchet MS"/>
                <a:cs typeface="Trebuchet MS"/>
              </a:rPr>
              <a:t> </a:t>
            </a:r>
            <a:r>
              <a:rPr sz="1800" spc="55" dirty="0">
                <a:solidFill>
                  <a:srgbClr val="FFFFFF"/>
                </a:solidFill>
                <a:latin typeface="Trebuchet MS"/>
                <a:cs typeface="Trebuchet MS"/>
              </a:rPr>
              <a:t>project</a:t>
            </a:r>
            <a:r>
              <a:rPr sz="1800" spc="180" dirty="0">
                <a:solidFill>
                  <a:srgbClr val="FFFFFF"/>
                </a:solidFill>
                <a:latin typeface="Trebuchet MS"/>
                <a:cs typeface="Trebuchet MS"/>
              </a:rPr>
              <a:t> </a:t>
            </a:r>
            <a:r>
              <a:rPr sz="1800" spc="110" dirty="0">
                <a:solidFill>
                  <a:srgbClr val="FFFFFF"/>
                </a:solidFill>
                <a:latin typeface="Trebuchet MS"/>
                <a:cs typeface="Trebuchet MS"/>
              </a:rPr>
              <a:t>successfully</a:t>
            </a:r>
            <a:r>
              <a:rPr sz="1800" spc="180" dirty="0">
                <a:solidFill>
                  <a:srgbClr val="FFFFFF"/>
                </a:solidFill>
                <a:latin typeface="Trebuchet MS"/>
                <a:cs typeface="Trebuchet MS"/>
              </a:rPr>
              <a:t> </a:t>
            </a:r>
            <a:r>
              <a:rPr sz="1800" spc="125" dirty="0">
                <a:solidFill>
                  <a:srgbClr val="FFFFFF"/>
                </a:solidFill>
                <a:latin typeface="Trebuchet MS"/>
                <a:cs typeface="Trebuchet MS"/>
              </a:rPr>
              <a:t>analyzed</a:t>
            </a:r>
            <a:r>
              <a:rPr sz="1800" spc="180" dirty="0">
                <a:solidFill>
                  <a:srgbClr val="FFFFFF"/>
                </a:solidFill>
                <a:latin typeface="Trebuchet MS"/>
                <a:cs typeface="Trebuchet MS"/>
              </a:rPr>
              <a:t> </a:t>
            </a:r>
            <a:r>
              <a:rPr sz="1800" spc="140" dirty="0">
                <a:solidFill>
                  <a:srgbClr val="FFFFFF"/>
                </a:solidFill>
                <a:latin typeface="Trebuchet MS"/>
                <a:cs typeface="Trebuchet MS"/>
              </a:rPr>
              <a:t>customer</a:t>
            </a:r>
            <a:r>
              <a:rPr sz="1800" spc="185" dirty="0">
                <a:solidFill>
                  <a:srgbClr val="FFFFFF"/>
                </a:solidFill>
                <a:latin typeface="Trebuchet MS"/>
                <a:cs typeface="Trebuchet MS"/>
              </a:rPr>
              <a:t> </a:t>
            </a:r>
            <a:r>
              <a:rPr sz="1800" spc="155" dirty="0">
                <a:solidFill>
                  <a:srgbClr val="FFFFFF"/>
                </a:solidFill>
                <a:latin typeface="Trebuchet MS"/>
                <a:cs typeface="Trebuchet MS"/>
              </a:rPr>
              <a:t>purchasing</a:t>
            </a:r>
            <a:r>
              <a:rPr sz="1800" spc="180" dirty="0">
                <a:solidFill>
                  <a:srgbClr val="FFFFFF"/>
                </a:solidFill>
                <a:latin typeface="Trebuchet MS"/>
                <a:cs typeface="Trebuchet MS"/>
              </a:rPr>
              <a:t> </a:t>
            </a:r>
            <a:r>
              <a:rPr sz="1800" spc="114" dirty="0">
                <a:solidFill>
                  <a:srgbClr val="FFFFFF"/>
                </a:solidFill>
                <a:latin typeface="Trebuchet MS"/>
                <a:cs typeface="Trebuchet MS"/>
              </a:rPr>
              <a:t>behavior</a:t>
            </a:r>
            <a:r>
              <a:rPr sz="1800" spc="180" dirty="0">
                <a:solidFill>
                  <a:srgbClr val="FFFFFF"/>
                </a:solidFill>
                <a:latin typeface="Trebuchet MS"/>
                <a:cs typeface="Trebuchet MS"/>
              </a:rPr>
              <a:t> </a:t>
            </a:r>
            <a:r>
              <a:rPr sz="1800" spc="140" dirty="0">
                <a:solidFill>
                  <a:srgbClr val="FFFFFF"/>
                </a:solidFill>
                <a:latin typeface="Trebuchet MS"/>
                <a:cs typeface="Trebuchet MS"/>
              </a:rPr>
              <a:t>using </a:t>
            </a:r>
            <a:r>
              <a:rPr sz="1800" spc="90" dirty="0">
                <a:solidFill>
                  <a:srgbClr val="FFFFFF"/>
                </a:solidFill>
                <a:latin typeface="Trebuchet MS"/>
                <a:cs typeface="Trebuchet MS"/>
              </a:rPr>
              <a:t>Power</a:t>
            </a:r>
            <a:r>
              <a:rPr sz="1800" spc="170" dirty="0">
                <a:solidFill>
                  <a:srgbClr val="FFFFFF"/>
                </a:solidFill>
                <a:latin typeface="Trebuchet MS"/>
                <a:cs typeface="Trebuchet MS"/>
              </a:rPr>
              <a:t> </a:t>
            </a:r>
            <a:r>
              <a:rPr sz="1800" dirty="0">
                <a:solidFill>
                  <a:srgbClr val="FFFFFF"/>
                </a:solidFill>
                <a:latin typeface="Trebuchet MS"/>
                <a:cs typeface="Trebuchet MS"/>
              </a:rPr>
              <a:t>BI</a:t>
            </a:r>
            <a:r>
              <a:rPr sz="1800" spc="170" dirty="0">
                <a:solidFill>
                  <a:srgbClr val="FFFFFF"/>
                </a:solidFill>
                <a:latin typeface="Trebuchet MS"/>
                <a:cs typeface="Trebuchet MS"/>
              </a:rPr>
              <a:t> </a:t>
            </a:r>
            <a:r>
              <a:rPr sz="1800" spc="165" dirty="0">
                <a:solidFill>
                  <a:srgbClr val="FFFFFF"/>
                </a:solidFill>
                <a:latin typeface="Trebuchet MS"/>
                <a:cs typeface="Trebuchet MS"/>
              </a:rPr>
              <a:t>by</a:t>
            </a:r>
            <a:r>
              <a:rPr sz="1800" spc="175" dirty="0">
                <a:solidFill>
                  <a:srgbClr val="FFFFFF"/>
                </a:solidFill>
                <a:latin typeface="Trebuchet MS"/>
                <a:cs typeface="Trebuchet MS"/>
              </a:rPr>
              <a:t> </a:t>
            </a:r>
            <a:r>
              <a:rPr sz="1800" spc="130" dirty="0">
                <a:solidFill>
                  <a:srgbClr val="FFFFFF"/>
                </a:solidFill>
                <a:latin typeface="Trebuchet MS"/>
                <a:cs typeface="Trebuchet MS"/>
              </a:rPr>
              <a:t>examining</a:t>
            </a:r>
            <a:r>
              <a:rPr sz="1800" spc="170" dirty="0">
                <a:solidFill>
                  <a:srgbClr val="FFFFFF"/>
                </a:solidFill>
                <a:latin typeface="Trebuchet MS"/>
                <a:cs typeface="Trebuchet MS"/>
              </a:rPr>
              <a:t> </a:t>
            </a:r>
            <a:r>
              <a:rPr sz="1800" spc="85" dirty="0">
                <a:solidFill>
                  <a:srgbClr val="FFFFFF"/>
                </a:solidFill>
                <a:latin typeface="Trebuchet MS"/>
                <a:cs typeface="Trebuchet MS"/>
              </a:rPr>
              <a:t>key</a:t>
            </a:r>
            <a:r>
              <a:rPr sz="1800" spc="175" dirty="0">
                <a:solidFill>
                  <a:srgbClr val="FFFFFF"/>
                </a:solidFill>
                <a:latin typeface="Trebuchet MS"/>
                <a:cs typeface="Trebuchet MS"/>
              </a:rPr>
              <a:t> </a:t>
            </a:r>
            <a:r>
              <a:rPr sz="1800" spc="95" dirty="0">
                <a:solidFill>
                  <a:srgbClr val="FFFFFF"/>
                </a:solidFill>
                <a:latin typeface="Trebuchet MS"/>
                <a:cs typeface="Trebuchet MS"/>
              </a:rPr>
              <a:t>factors</a:t>
            </a:r>
            <a:r>
              <a:rPr sz="1800" spc="170" dirty="0">
                <a:solidFill>
                  <a:srgbClr val="FFFFFF"/>
                </a:solidFill>
                <a:latin typeface="Trebuchet MS"/>
                <a:cs typeface="Trebuchet MS"/>
              </a:rPr>
              <a:t> </a:t>
            </a:r>
            <a:r>
              <a:rPr sz="1800" spc="180" dirty="0">
                <a:solidFill>
                  <a:srgbClr val="FFFFFF"/>
                </a:solidFill>
                <a:latin typeface="Trebuchet MS"/>
                <a:cs typeface="Trebuchet MS"/>
              </a:rPr>
              <a:t>such</a:t>
            </a:r>
            <a:r>
              <a:rPr sz="1800" spc="175" dirty="0">
                <a:solidFill>
                  <a:srgbClr val="FFFFFF"/>
                </a:solidFill>
                <a:latin typeface="Trebuchet MS"/>
                <a:cs typeface="Trebuchet MS"/>
              </a:rPr>
              <a:t> </a:t>
            </a:r>
            <a:r>
              <a:rPr sz="1800" spc="235" dirty="0">
                <a:solidFill>
                  <a:srgbClr val="FFFFFF"/>
                </a:solidFill>
                <a:latin typeface="Trebuchet MS"/>
                <a:cs typeface="Trebuchet MS"/>
              </a:rPr>
              <a:t>as</a:t>
            </a:r>
            <a:r>
              <a:rPr sz="1800" spc="170" dirty="0">
                <a:solidFill>
                  <a:srgbClr val="FFFFFF"/>
                </a:solidFill>
                <a:latin typeface="Trebuchet MS"/>
                <a:cs typeface="Trebuchet MS"/>
              </a:rPr>
              <a:t> </a:t>
            </a:r>
            <a:r>
              <a:rPr sz="1800" spc="80" dirty="0">
                <a:solidFill>
                  <a:srgbClr val="FFFFFF"/>
                </a:solidFill>
                <a:latin typeface="Trebuchet MS"/>
                <a:cs typeface="Trebuchet MS"/>
              </a:rPr>
              <a:t>gender,</a:t>
            </a:r>
            <a:r>
              <a:rPr sz="1800" spc="170" dirty="0">
                <a:solidFill>
                  <a:srgbClr val="FFFFFF"/>
                </a:solidFill>
                <a:latin typeface="Trebuchet MS"/>
                <a:cs typeface="Trebuchet MS"/>
              </a:rPr>
              <a:t> </a:t>
            </a:r>
            <a:r>
              <a:rPr sz="1800" spc="235" dirty="0">
                <a:solidFill>
                  <a:srgbClr val="FFFFFF"/>
                </a:solidFill>
                <a:latin typeface="Trebuchet MS"/>
                <a:cs typeface="Trebuchet MS"/>
              </a:rPr>
              <a:t>age</a:t>
            </a:r>
            <a:r>
              <a:rPr sz="1800" spc="175" dirty="0">
                <a:solidFill>
                  <a:srgbClr val="FFFFFF"/>
                </a:solidFill>
                <a:latin typeface="Trebuchet MS"/>
                <a:cs typeface="Trebuchet MS"/>
              </a:rPr>
              <a:t> </a:t>
            </a:r>
            <a:r>
              <a:rPr sz="1800" spc="85" dirty="0">
                <a:solidFill>
                  <a:srgbClr val="FFFFFF"/>
                </a:solidFill>
                <a:latin typeface="Trebuchet MS"/>
                <a:cs typeface="Trebuchet MS"/>
              </a:rPr>
              <a:t>group,</a:t>
            </a:r>
            <a:r>
              <a:rPr sz="1800" spc="170" dirty="0">
                <a:solidFill>
                  <a:srgbClr val="FFFFFF"/>
                </a:solidFill>
                <a:latin typeface="Trebuchet MS"/>
                <a:cs typeface="Trebuchet MS"/>
              </a:rPr>
              <a:t> </a:t>
            </a:r>
            <a:r>
              <a:rPr sz="1800" spc="110" dirty="0">
                <a:solidFill>
                  <a:srgbClr val="FFFFFF"/>
                </a:solidFill>
                <a:latin typeface="Trebuchet MS"/>
                <a:cs typeface="Trebuchet MS"/>
              </a:rPr>
              <a:t>product </a:t>
            </a:r>
            <a:r>
              <a:rPr sz="1800" spc="85" dirty="0">
                <a:solidFill>
                  <a:srgbClr val="FFFFFF"/>
                </a:solidFill>
                <a:latin typeface="Trebuchet MS"/>
                <a:cs typeface="Trebuchet MS"/>
              </a:rPr>
              <a:t>categories,</a:t>
            </a:r>
            <a:r>
              <a:rPr sz="1800" spc="350" dirty="0">
                <a:solidFill>
                  <a:srgbClr val="FFFFFF"/>
                </a:solidFill>
                <a:latin typeface="Trebuchet MS"/>
                <a:cs typeface="Trebuchet MS"/>
              </a:rPr>
              <a:t>  </a:t>
            </a:r>
            <a:r>
              <a:rPr sz="1800" spc="165" dirty="0">
                <a:solidFill>
                  <a:srgbClr val="FFFFFF"/>
                </a:solidFill>
                <a:latin typeface="Trebuchet MS"/>
                <a:cs typeface="Trebuchet MS"/>
              </a:rPr>
              <a:t>payment</a:t>
            </a:r>
            <a:r>
              <a:rPr sz="1800" spc="355" dirty="0">
                <a:solidFill>
                  <a:srgbClr val="FFFFFF"/>
                </a:solidFill>
                <a:latin typeface="Trebuchet MS"/>
                <a:cs typeface="Trebuchet MS"/>
              </a:rPr>
              <a:t>  </a:t>
            </a:r>
            <a:r>
              <a:rPr sz="1800" spc="105" dirty="0">
                <a:solidFill>
                  <a:srgbClr val="FFFFFF"/>
                </a:solidFill>
                <a:latin typeface="Trebuchet MS"/>
                <a:cs typeface="Trebuchet MS"/>
              </a:rPr>
              <a:t>methods,</a:t>
            </a:r>
            <a:r>
              <a:rPr sz="1800" spc="355" dirty="0">
                <a:solidFill>
                  <a:srgbClr val="FFFFFF"/>
                </a:solidFill>
                <a:latin typeface="Trebuchet MS"/>
                <a:cs typeface="Trebuchet MS"/>
              </a:rPr>
              <a:t>  </a:t>
            </a:r>
            <a:r>
              <a:rPr sz="1800" spc="210" dirty="0">
                <a:solidFill>
                  <a:srgbClr val="FFFFFF"/>
                </a:solidFill>
                <a:latin typeface="Trebuchet MS"/>
                <a:cs typeface="Trebuchet MS"/>
              </a:rPr>
              <a:t>and</a:t>
            </a:r>
            <a:r>
              <a:rPr sz="1800" spc="355" dirty="0">
                <a:solidFill>
                  <a:srgbClr val="FFFFFF"/>
                </a:solidFill>
                <a:latin typeface="Trebuchet MS"/>
                <a:cs typeface="Trebuchet MS"/>
              </a:rPr>
              <a:t>  </a:t>
            </a:r>
            <a:r>
              <a:rPr sz="1800" spc="170" dirty="0">
                <a:solidFill>
                  <a:srgbClr val="FFFFFF"/>
                </a:solidFill>
                <a:latin typeface="Trebuchet MS"/>
                <a:cs typeface="Trebuchet MS"/>
              </a:rPr>
              <a:t>shopping</a:t>
            </a:r>
            <a:r>
              <a:rPr sz="1800" spc="355" dirty="0">
                <a:solidFill>
                  <a:srgbClr val="FFFFFF"/>
                </a:solidFill>
                <a:latin typeface="Trebuchet MS"/>
                <a:cs typeface="Trebuchet MS"/>
              </a:rPr>
              <a:t>  </a:t>
            </a:r>
            <a:r>
              <a:rPr sz="1800" spc="110" dirty="0">
                <a:solidFill>
                  <a:srgbClr val="FFFFFF"/>
                </a:solidFill>
                <a:latin typeface="Trebuchet MS"/>
                <a:cs typeface="Trebuchet MS"/>
              </a:rPr>
              <a:t>mall</a:t>
            </a:r>
            <a:r>
              <a:rPr sz="1800" spc="355" dirty="0">
                <a:solidFill>
                  <a:srgbClr val="FFFFFF"/>
                </a:solidFill>
                <a:latin typeface="Trebuchet MS"/>
                <a:cs typeface="Trebuchet MS"/>
              </a:rPr>
              <a:t>  </a:t>
            </a:r>
            <a:r>
              <a:rPr sz="1800" spc="85" dirty="0">
                <a:solidFill>
                  <a:srgbClr val="FFFFFF"/>
                </a:solidFill>
                <a:latin typeface="Trebuchet MS"/>
                <a:cs typeface="Trebuchet MS"/>
              </a:rPr>
              <a:t>performance. </a:t>
            </a:r>
            <a:r>
              <a:rPr sz="1800" spc="60" dirty="0">
                <a:solidFill>
                  <a:srgbClr val="FFFFFF"/>
                </a:solidFill>
                <a:latin typeface="Trebuchet MS"/>
                <a:cs typeface="Trebuchet MS"/>
              </a:rPr>
              <a:t>Interactive</a:t>
            </a:r>
            <a:r>
              <a:rPr sz="1800" spc="350" dirty="0">
                <a:solidFill>
                  <a:srgbClr val="FFFFFF"/>
                </a:solidFill>
                <a:latin typeface="Trebuchet MS"/>
                <a:cs typeface="Trebuchet MS"/>
              </a:rPr>
              <a:t> </a:t>
            </a:r>
            <a:r>
              <a:rPr sz="1800" spc="185" dirty="0">
                <a:solidFill>
                  <a:srgbClr val="FFFFFF"/>
                </a:solidFill>
                <a:latin typeface="Trebuchet MS"/>
                <a:cs typeface="Trebuchet MS"/>
              </a:rPr>
              <a:t>dashboards</a:t>
            </a:r>
            <a:r>
              <a:rPr sz="1800" spc="355" dirty="0">
                <a:solidFill>
                  <a:srgbClr val="FFFFFF"/>
                </a:solidFill>
                <a:latin typeface="Trebuchet MS"/>
                <a:cs typeface="Trebuchet MS"/>
              </a:rPr>
              <a:t> </a:t>
            </a:r>
            <a:r>
              <a:rPr sz="1800" spc="210" dirty="0">
                <a:solidFill>
                  <a:srgbClr val="FFFFFF"/>
                </a:solidFill>
                <a:latin typeface="Trebuchet MS"/>
                <a:cs typeface="Trebuchet MS"/>
              </a:rPr>
              <a:t>and</a:t>
            </a:r>
            <a:r>
              <a:rPr sz="1800" spc="355" dirty="0">
                <a:solidFill>
                  <a:srgbClr val="FFFFFF"/>
                </a:solidFill>
                <a:latin typeface="Trebuchet MS"/>
                <a:cs typeface="Trebuchet MS"/>
              </a:rPr>
              <a:t> </a:t>
            </a:r>
            <a:r>
              <a:rPr sz="1800" spc="80" dirty="0">
                <a:solidFill>
                  <a:srgbClr val="FFFFFF"/>
                </a:solidFill>
                <a:latin typeface="Trebuchet MS"/>
                <a:cs typeface="Trebuchet MS"/>
              </a:rPr>
              <a:t>visualizations</a:t>
            </a:r>
            <a:r>
              <a:rPr sz="1800" spc="355" dirty="0">
                <a:solidFill>
                  <a:srgbClr val="FFFFFF"/>
                </a:solidFill>
                <a:latin typeface="Trebuchet MS"/>
                <a:cs typeface="Trebuchet MS"/>
              </a:rPr>
              <a:t> </a:t>
            </a:r>
            <a:r>
              <a:rPr sz="1800" spc="125" dirty="0">
                <a:solidFill>
                  <a:srgbClr val="FFFFFF"/>
                </a:solidFill>
                <a:latin typeface="Trebuchet MS"/>
                <a:cs typeface="Trebuchet MS"/>
              </a:rPr>
              <a:t>helped</a:t>
            </a:r>
            <a:r>
              <a:rPr sz="1800" spc="355" dirty="0">
                <a:solidFill>
                  <a:srgbClr val="FFFFFF"/>
                </a:solidFill>
                <a:latin typeface="Trebuchet MS"/>
                <a:cs typeface="Trebuchet MS"/>
              </a:rPr>
              <a:t> </a:t>
            </a:r>
            <a:r>
              <a:rPr sz="1800" dirty="0">
                <a:solidFill>
                  <a:srgbClr val="FFFFFF"/>
                </a:solidFill>
                <a:latin typeface="Trebuchet MS"/>
                <a:cs typeface="Trebuchet MS"/>
              </a:rPr>
              <a:t>identify</a:t>
            </a:r>
            <a:r>
              <a:rPr sz="1800" spc="350" dirty="0">
                <a:solidFill>
                  <a:srgbClr val="FFFFFF"/>
                </a:solidFill>
                <a:latin typeface="Trebuchet MS"/>
                <a:cs typeface="Trebuchet MS"/>
              </a:rPr>
              <a:t> </a:t>
            </a:r>
            <a:r>
              <a:rPr sz="1800" spc="145" dirty="0">
                <a:solidFill>
                  <a:srgbClr val="FFFFFF"/>
                </a:solidFill>
                <a:latin typeface="Trebuchet MS"/>
                <a:cs typeface="Trebuchet MS"/>
              </a:rPr>
              <a:t>sales</a:t>
            </a:r>
            <a:r>
              <a:rPr sz="1800" spc="355" dirty="0">
                <a:solidFill>
                  <a:srgbClr val="FFFFFF"/>
                </a:solidFill>
                <a:latin typeface="Trebuchet MS"/>
                <a:cs typeface="Trebuchet MS"/>
              </a:rPr>
              <a:t> </a:t>
            </a:r>
            <a:r>
              <a:rPr sz="1800" spc="-10" dirty="0">
                <a:solidFill>
                  <a:srgbClr val="FFFFFF"/>
                </a:solidFill>
                <a:latin typeface="Trebuchet MS"/>
                <a:cs typeface="Trebuchet MS"/>
              </a:rPr>
              <a:t>trends, </a:t>
            </a:r>
            <a:r>
              <a:rPr sz="1800" spc="140" dirty="0">
                <a:solidFill>
                  <a:srgbClr val="FFFFFF"/>
                </a:solidFill>
                <a:latin typeface="Trebuchet MS"/>
                <a:cs typeface="Trebuchet MS"/>
              </a:rPr>
              <a:t>customer</a:t>
            </a:r>
            <a:r>
              <a:rPr sz="1800" spc="425" dirty="0">
                <a:solidFill>
                  <a:srgbClr val="FFFFFF"/>
                </a:solidFill>
                <a:latin typeface="Trebuchet MS"/>
                <a:cs typeface="Trebuchet MS"/>
              </a:rPr>
              <a:t> </a:t>
            </a:r>
            <a:r>
              <a:rPr sz="1800" spc="70" dirty="0">
                <a:solidFill>
                  <a:srgbClr val="FFFFFF"/>
                </a:solidFill>
                <a:latin typeface="Trebuchet MS"/>
                <a:cs typeface="Trebuchet MS"/>
              </a:rPr>
              <a:t>preferences,</a:t>
            </a:r>
            <a:r>
              <a:rPr sz="1800" spc="425" dirty="0">
                <a:solidFill>
                  <a:srgbClr val="FFFFFF"/>
                </a:solidFill>
                <a:latin typeface="Trebuchet MS"/>
                <a:cs typeface="Trebuchet MS"/>
              </a:rPr>
              <a:t> </a:t>
            </a:r>
            <a:r>
              <a:rPr sz="1800" spc="210" dirty="0">
                <a:solidFill>
                  <a:srgbClr val="FFFFFF"/>
                </a:solidFill>
                <a:latin typeface="Trebuchet MS"/>
                <a:cs typeface="Trebuchet MS"/>
              </a:rPr>
              <a:t>and</a:t>
            </a:r>
            <a:r>
              <a:rPr sz="1800" spc="430" dirty="0">
                <a:solidFill>
                  <a:srgbClr val="FFFFFF"/>
                </a:solidFill>
                <a:latin typeface="Trebuchet MS"/>
                <a:cs typeface="Trebuchet MS"/>
              </a:rPr>
              <a:t> </a:t>
            </a:r>
            <a:r>
              <a:rPr sz="1800" spc="110" dirty="0">
                <a:solidFill>
                  <a:srgbClr val="FFFFFF"/>
                </a:solidFill>
                <a:latin typeface="Trebuchet MS"/>
                <a:cs typeface="Trebuchet MS"/>
              </a:rPr>
              <a:t>revenue</a:t>
            </a:r>
            <a:r>
              <a:rPr sz="1800" spc="425" dirty="0">
                <a:solidFill>
                  <a:srgbClr val="FFFFFF"/>
                </a:solidFill>
                <a:latin typeface="Trebuchet MS"/>
                <a:cs typeface="Trebuchet MS"/>
              </a:rPr>
              <a:t> </a:t>
            </a:r>
            <a:r>
              <a:rPr sz="1800" spc="100" dirty="0">
                <a:solidFill>
                  <a:srgbClr val="FFFFFF"/>
                </a:solidFill>
                <a:latin typeface="Trebuchet MS"/>
                <a:cs typeface="Trebuchet MS"/>
              </a:rPr>
              <a:t>patterns</a:t>
            </a:r>
            <a:r>
              <a:rPr sz="1800" spc="425" dirty="0">
                <a:solidFill>
                  <a:srgbClr val="FFFFFF"/>
                </a:solidFill>
                <a:latin typeface="Trebuchet MS"/>
                <a:cs typeface="Trebuchet MS"/>
              </a:rPr>
              <a:t> </a:t>
            </a:r>
            <a:r>
              <a:rPr sz="1800" spc="170" dirty="0">
                <a:solidFill>
                  <a:srgbClr val="FFFFFF"/>
                </a:solidFill>
                <a:latin typeface="Trebuchet MS"/>
                <a:cs typeface="Trebuchet MS"/>
              </a:rPr>
              <a:t>across</a:t>
            </a:r>
            <a:r>
              <a:rPr sz="1800" spc="430" dirty="0">
                <a:solidFill>
                  <a:srgbClr val="FFFFFF"/>
                </a:solidFill>
                <a:latin typeface="Trebuchet MS"/>
                <a:cs typeface="Trebuchet MS"/>
              </a:rPr>
              <a:t> </a:t>
            </a:r>
            <a:r>
              <a:rPr sz="1800" spc="70" dirty="0">
                <a:solidFill>
                  <a:srgbClr val="FFFFFF"/>
                </a:solidFill>
                <a:latin typeface="Trebuchet MS"/>
                <a:cs typeface="Trebuchet MS"/>
              </a:rPr>
              <a:t>the</a:t>
            </a:r>
            <a:r>
              <a:rPr sz="1800" spc="425" dirty="0">
                <a:solidFill>
                  <a:srgbClr val="FFFFFF"/>
                </a:solidFill>
                <a:latin typeface="Trebuchet MS"/>
                <a:cs typeface="Trebuchet MS"/>
              </a:rPr>
              <a:t> </a:t>
            </a:r>
            <a:r>
              <a:rPr sz="1800" spc="80" dirty="0">
                <a:solidFill>
                  <a:srgbClr val="FFFFFF"/>
                </a:solidFill>
                <a:latin typeface="Trebuchet MS"/>
                <a:cs typeface="Trebuchet MS"/>
              </a:rPr>
              <a:t>dataset.</a:t>
            </a:r>
            <a:r>
              <a:rPr sz="1800" spc="425" dirty="0">
                <a:solidFill>
                  <a:srgbClr val="FFFFFF"/>
                </a:solidFill>
                <a:latin typeface="Trebuchet MS"/>
                <a:cs typeface="Trebuchet MS"/>
              </a:rPr>
              <a:t> </a:t>
            </a:r>
            <a:r>
              <a:rPr sz="1800" spc="40" dirty="0">
                <a:solidFill>
                  <a:srgbClr val="FFFFFF"/>
                </a:solidFill>
                <a:latin typeface="Trebuchet MS"/>
                <a:cs typeface="Trebuchet MS"/>
              </a:rPr>
              <a:t>The </a:t>
            </a:r>
            <a:r>
              <a:rPr sz="1800" spc="105" dirty="0">
                <a:solidFill>
                  <a:srgbClr val="FFFFFF"/>
                </a:solidFill>
                <a:latin typeface="Trebuchet MS"/>
                <a:cs typeface="Trebuchet MS"/>
              </a:rPr>
              <a:t>insights</a:t>
            </a:r>
            <a:r>
              <a:rPr sz="1800" spc="60" dirty="0">
                <a:solidFill>
                  <a:srgbClr val="FFFFFF"/>
                </a:solidFill>
                <a:latin typeface="Trebuchet MS"/>
                <a:cs typeface="Trebuchet MS"/>
              </a:rPr>
              <a:t> </a:t>
            </a:r>
            <a:r>
              <a:rPr sz="1800" spc="95" dirty="0">
                <a:solidFill>
                  <a:srgbClr val="FFFFFF"/>
                </a:solidFill>
                <a:latin typeface="Trebuchet MS"/>
                <a:cs typeface="Trebuchet MS"/>
              </a:rPr>
              <a:t>derived</a:t>
            </a:r>
            <a:r>
              <a:rPr sz="1800" spc="60" dirty="0">
                <a:solidFill>
                  <a:srgbClr val="FFFFFF"/>
                </a:solidFill>
                <a:latin typeface="Trebuchet MS"/>
                <a:cs typeface="Trebuchet MS"/>
              </a:rPr>
              <a:t> </a:t>
            </a:r>
            <a:r>
              <a:rPr sz="1800" spc="105" dirty="0">
                <a:solidFill>
                  <a:srgbClr val="FFFFFF"/>
                </a:solidFill>
                <a:latin typeface="Trebuchet MS"/>
                <a:cs typeface="Trebuchet MS"/>
              </a:rPr>
              <a:t>from</a:t>
            </a:r>
            <a:r>
              <a:rPr sz="1800" spc="60" dirty="0">
                <a:solidFill>
                  <a:srgbClr val="FFFFFF"/>
                </a:solidFill>
                <a:latin typeface="Trebuchet MS"/>
                <a:cs typeface="Trebuchet MS"/>
              </a:rPr>
              <a:t> </a:t>
            </a:r>
            <a:r>
              <a:rPr sz="1800" spc="70" dirty="0">
                <a:solidFill>
                  <a:srgbClr val="FFFFFF"/>
                </a:solidFill>
                <a:latin typeface="Trebuchet MS"/>
                <a:cs typeface="Trebuchet MS"/>
              </a:rPr>
              <a:t>the</a:t>
            </a:r>
            <a:r>
              <a:rPr sz="1800" spc="65" dirty="0">
                <a:solidFill>
                  <a:srgbClr val="FFFFFF"/>
                </a:solidFill>
                <a:latin typeface="Trebuchet MS"/>
                <a:cs typeface="Trebuchet MS"/>
              </a:rPr>
              <a:t> </a:t>
            </a:r>
            <a:r>
              <a:rPr sz="1800" spc="130" dirty="0">
                <a:solidFill>
                  <a:srgbClr val="FFFFFF"/>
                </a:solidFill>
                <a:latin typeface="Trebuchet MS"/>
                <a:cs typeface="Trebuchet MS"/>
              </a:rPr>
              <a:t>analysis</a:t>
            </a:r>
            <a:r>
              <a:rPr sz="1800" spc="60" dirty="0">
                <a:solidFill>
                  <a:srgbClr val="FFFFFF"/>
                </a:solidFill>
                <a:latin typeface="Trebuchet MS"/>
                <a:cs typeface="Trebuchet MS"/>
              </a:rPr>
              <a:t> </a:t>
            </a:r>
            <a:r>
              <a:rPr sz="1800" spc="120" dirty="0">
                <a:solidFill>
                  <a:srgbClr val="FFFFFF"/>
                </a:solidFill>
                <a:latin typeface="Trebuchet MS"/>
                <a:cs typeface="Trebuchet MS"/>
              </a:rPr>
              <a:t>support</a:t>
            </a:r>
            <a:r>
              <a:rPr sz="1800" spc="60" dirty="0">
                <a:solidFill>
                  <a:srgbClr val="FFFFFF"/>
                </a:solidFill>
                <a:latin typeface="Trebuchet MS"/>
                <a:cs typeface="Trebuchet MS"/>
              </a:rPr>
              <a:t> </a:t>
            </a:r>
            <a:r>
              <a:rPr sz="1800" spc="200" dirty="0">
                <a:solidFill>
                  <a:srgbClr val="FFFFFF"/>
                </a:solidFill>
                <a:latin typeface="Trebuchet MS"/>
                <a:cs typeface="Trebuchet MS"/>
              </a:rPr>
              <a:t>data-</a:t>
            </a:r>
            <a:r>
              <a:rPr sz="1800" spc="80" dirty="0">
                <a:solidFill>
                  <a:srgbClr val="FFFFFF"/>
                </a:solidFill>
                <a:latin typeface="Trebuchet MS"/>
                <a:cs typeface="Trebuchet MS"/>
              </a:rPr>
              <a:t>driven</a:t>
            </a:r>
            <a:r>
              <a:rPr sz="1800" spc="60" dirty="0">
                <a:solidFill>
                  <a:srgbClr val="FFFFFF"/>
                </a:solidFill>
                <a:latin typeface="Trebuchet MS"/>
                <a:cs typeface="Trebuchet MS"/>
              </a:rPr>
              <a:t> </a:t>
            </a:r>
            <a:r>
              <a:rPr sz="1800" spc="140" dirty="0">
                <a:solidFill>
                  <a:srgbClr val="FFFFFF"/>
                </a:solidFill>
                <a:latin typeface="Trebuchet MS"/>
                <a:cs typeface="Trebuchet MS"/>
              </a:rPr>
              <a:t>decision-</a:t>
            </a:r>
            <a:r>
              <a:rPr sz="1800" spc="160" dirty="0">
                <a:solidFill>
                  <a:srgbClr val="FFFFFF"/>
                </a:solidFill>
                <a:latin typeface="Trebuchet MS"/>
                <a:cs typeface="Trebuchet MS"/>
              </a:rPr>
              <a:t>making </a:t>
            </a:r>
            <a:r>
              <a:rPr sz="1800" spc="210" dirty="0">
                <a:solidFill>
                  <a:srgbClr val="FFFFFF"/>
                </a:solidFill>
                <a:latin typeface="Trebuchet MS"/>
                <a:cs typeface="Trebuchet MS"/>
              </a:rPr>
              <a:t>and</a:t>
            </a:r>
            <a:r>
              <a:rPr sz="1800" spc="280" dirty="0">
                <a:solidFill>
                  <a:srgbClr val="FFFFFF"/>
                </a:solidFill>
                <a:latin typeface="Trebuchet MS"/>
                <a:cs typeface="Trebuchet MS"/>
              </a:rPr>
              <a:t>  </a:t>
            </a:r>
            <a:r>
              <a:rPr sz="1800" spc="105" dirty="0">
                <a:solidFill>
                  <a:srgbClr val="FFFFFF"/>
                </a:solidFill>
                <a:latin typeface="Trebuchet MS"/>
                <a:cs typeface="Trebuchet MS"/>
              </a:rPr>
              <a:t>provide</a:t>
            </a:r>
            <a:r>
              <a:rPr sz="1800" spc="285" dirty="0">
                <a:solidFill>
                  <a:srgbClr val="FFFFFF"/>
                </a:solidFill>
                <a:latin typeface="Trebuchet MS"/>
                <a:cs typeface="Trebuchet MS"/>
              </a:rPr>
              <a:t>  </a:t>
            </a:r>
            <a:r>
              <a:rPr sz="1800" spc="120" dirty="0">
                <a:solidFill>
                  <a:srgbClr val="FFFFFF"/>
                </a:solidFill>
                <a:latin typeface="Trebuchet MS"/>
                <a:cs typeface="Trebuchet MS"/>
              </a:rPr>
              <a:t>valuable</a:t>
            </a:r>
            <a:r>
              <a:rPr sz="1800" spc="285" dirty="0">
                <a:solidFill>
                  <a:srgbClr val="FFFFFF"/>
                </a:solidFill>
                <a:latin typeface="Trebuchet MS"/>
                <a:cs typeface="Trebuchet MS"/>
              </a:rPr>
              <a:t>  </a:t>
            </a:r>
            <a:r>
              <a:rPr sz="1800" spc="155" dirty="0">
                <a:solidFill>
                  <a:srgbClr val="FFFFFF"/>
                </a:solidFill>
                <a:latin typeface="Trebuchet MS"/>
                <a:cs typeface="Trebuchet MS"/>
              </a:rPr>
              <a:t>recommendations</a:t>
            </a:r>
            <a:r>
              <a:rPr sz="1800" spc="280" dirty="0">
                <a:solidFill>
                  <a:srgbClr val="FFFFFF"/>
                </a:solidFill>
                <a:latin typeface="Trebuchet MS"/>
                <a:cs typeface="Trebuchet MS"/>
              </a:rPr>
              <a:t>  </a:t>
            </a:r>
            <a:r>
              <a:rPr sz="1800" dirty="0">
                <a:solidFill>
                  <a:srgbClr val="FFFFFF"/>
                </a:solidFill>
                <a:latin typeface="Trebuchet MS"/>
                <a:cs typeface="Trebuchet MS"/>
              </a:rPr>
              <a:t>for</a:t>
            </a:r>
            <a:r>
              <a:rPr sz="1800" spc="285" dirty="0">
                <a:solidFill>
                  <a:srgbClr val="FFFFFF"/>
                </a:solidFill>
                <a:latin typeface="Trebuchet MS"/>
                <a:cs typeface="Trebuchet MS"/>
              </a:rPr>
              <a:t>  </a:t>
            </a:r>
            <a:r>
              <a:rPr sz="1800" spc="125" dirty="0">
                <a:solidFill>
                  <a:srgbClr val="FFFFFF"/>
                </a:solidFill>
                <a:latin typeface="Trebuchet MS"/>
                <a:cs typeface="Trebuchet MS"/>
              </a:rPr>
              <a:t>improving</a:t>
            </a:r>
            <a:r>
              <a:rPr sz="1800" spc="285" dirty="0">
                <a:solidFill>
                  <a:srgbClr val="FFFFFF"/>
                </a:solidFill>
                <a:latin typeface="Trebuchet MS"/>
                <a:cs typeface="Trebuchet MS"/>
              </a:rPr>
              <a:t>  </a:t>
            </a:r>
            <a:r>
              <a:rPr sz="1800" spc="105" dirty="0">
                <a:solidFill>
                  <a:srgbClr val="FFFFFF"/>
                </a:solidFill>
                <a:latin typeface="Trebuchet MS"/>
                <a:cs typeface="Trebuchet MS"/>
              </a:rPr>
              <a:t>marketing </a:t>
            </a:r>
            <a:r>
              <a:rPr sz="1800" spc="60" dirty="0">
                <a:solidFill>
                  <a:srgbClr val="FFFFFF"/>
                </a:solidFill>
                <a:latin typeface="Trebuchet MS"/>
                <a:cs typeface="Trebuchet MS"/>
              </a:rPr>
              <a:t>strategies,</a:t>
            </a:r>
            <a:r>
              <a:rPr sz="1800" spc="350" dirty="0">
                <a:solidFill>
                  <a:srgbClr val="FFFFFF"/>
                </a:solidFill>
                <a:latin typeface="Trebuchet MS"/>
                <a:cs typeface="Trebuchet MS"/>
              </a:rPr>
              <a:t> </a:t>
            </a:r>
            <a:r>
              <a:rPr sz="1800" spc="75" dirty="0">
                <a:solidFill>
                  <a:srgbClr val="FFFFFF"/>
                </a:solidFill>
                <a:latin typeface="Trebuchet MS"/>
                <a:cs typeface="Trebuchet MS"/>
              </a:rPr>
              <a:t>inventory</a:t>
            </a:r>
            <a:r>
              <a:rPr sz="1800" spc="350" dirty="0">
                <a:solidFill>
                  <a:srgbClr val="FFFFFF"/>
                </a:solidFill>
                <a:latin typeface="Trebuchet MS"/>
                <a:cs typeface="Trebuchet MS"/>
              </a:rPr>
              <a:t> </a:t>
            </a:r>
            <a:r>
              <a:rPr sz="1800" spc="155" dirty="0">
                <a:solidFill>
                  <a:srgbClr val="FFFFFF"/>
                </a:solidFill>
                <a:latin typeface="Trebuchet MS"/>
                <a:cs typeface="Trebuchet MS"/>
              </a:rPr>
              <a:t>management,</a:t>
            </a:r>
            <a:r>
              <a:rPr sz="1800" spc="350" dirty="0">
                <a:solidFill>
                  <a:srgbClr val="FFFFFF"/>
                </a:solidFill>
                <a:latin typeface="Trebuchet MS"/>
                <a:cs typeface="Trebuchet MS"/>
              </a:rPr>
              <a:t> </a:t>
            </a:r>
            <a:r>
              <a:rPr sz="1800" spc="210" dirty="0">
                <a:solidFill>
                  <a:srgbClr val="FFFFFF"/>
                </a:solidFill>
                <a:latin typeface="Trebuchet MS"/>
                <a:cs typeface="Trebuchet MS"/>
              </a:rPr>
              <a:t>and</a:t>
            </a:r>
            <a:r>
              <a:rPr sz="1800" spc="350" dirty="0">
                <a:solidFill>
                  <a:srgbClr val="FFFFFF"/>
                </a:solidFill>
                <a:latin typeface="Trebuchet MS"/>
                <a:cs typeface="Trebuchet MS"/>
              </a:rPr>
              <a:t> </a:t>
            </a:r>
            <a:r>
              <a:rPr sz="1800" spc="65" dirty="0">
                <a:solidFill>
                  <a:srgbClr val="FFFFFF"/>
                </a:solidFill>
                <a:latin typeface="Trebuchet MS"/>
                <a:cs typeface="Trebuchet MS"/>
              </a:rPr>
              <a:t>overall</a:t>
            </a:r>
            <a:r>
              <a:rPr sz="1800" spc="350" dirty="0">
                <a:solidFill>
                  <a:srgbClr val="FFFFFF"/>
                </a:solidFill>
                <a:latin typeface="Trebuchet MS"/>
                <a:cs typeface="Trebuchet MS"/>
              </a:rPr>
              <a:t> </a:t>
            </a:r>
            <a:r>
              <a:rPr sz="1800" spc="150" dirty="0">
                <a:solidFill>
                  <a:srgbClr val="FFFFFF"/>
                </a:solidFill>
                <a:latin typeface="Trebuchet MS"/>
                <a:cs typeface="Trebuchet MS"/>
              </a:rPr>
              <a:t>business</a:t>
            </a:r>
            <a:r>
              <a:rPr sz="1800" spc="350" dirty="0">
                <a:solidFill>
                  <a:srgbClr val="FFFFFF"/>
                </a:solidFill>
                <a:latin typeface="Trebuchet MS"/>
                <a:cs typeface="Trebuchet MS"/>
              </a:rPr>
              <a:t> </a:t>
            </a:r>
            <a:r>
              <a:rPr sz="1800" spc="85" dirty="0">
                <a:solidFill>
                  <a:srgbClr val="FFFFFF"/>
                </a:solidFill>
                <a:latin typeface="Trebuchet MS"/>
                <a:cs typeface="Trebuchet MS"/>
              </a:rPr>
              <a:t>performance. </a:t>
            </a:r>
            <a:r>
              <a:rPr sz="1800" dirty="0">
                <a:solidFill>
                  <a:srgbClr val="FFFFFF"/>
                </a:solidFill>
                <a:latin typeface="Trebuchet MS"/>
                <a:cs typeface="Trebuchet MS"/>
              </a:rPr>
              <a:t>Overall,</a:t>
            </a:r>
            <a:r>
              <a:rPr sz="1800" spc="375" dirty="0">
                <a:solidFill>
                  <a:srgbClr val="FFFFFF"/>
                </a:solidFill>
                <a:latin typeface="Trebuchet MS"/>
                <a:cs typeface="Trebuchet MS"/>
              </a:rPr>
              <a:t> </a:t>
            </a:r>
            <a:r>
              <a:rPr sz="1800" spc="70" dirty="0">
                <a:solidFill>
                  <a:srgbClr val="FFFFFF"/>
                </a:solidFill>
                <a:latin typeface="Trebuchet MS"/>
                <a:cs typeface="Trebuchet MS"/>
              </a:rPr>
              <a:t>the</a:t>
            </a:r>
            <a:r>
              <a:rPr sz="1800" spc="380" dirty="0">
                <a:solidFill>
                  <a:srgbClr val="FFFFFF"/>
                </a:solidFill>
                <a:latin typeface="Trebuchet MS"/>
                <a:cs typeface="Trebuchet MS"/>
              </a:rPr>
              <a:t> </a:t>
            </a:r>
            <a:r>
              <a:rPr sz="1800" spc="55" dirty="0">
                <a:solidFill>
                  <a:srgbClr val="FFFFFF"/>
                </a:solidFill>
                <a:latin typeface="Trebuchet MS"/>
                <a:cs typeface="Trebuchet MS"/>
              </a:rPr>
              <a:t>project</a:t>
            </a:r>
            <a:r>
              <a:rPr sz="1800" spc="380" dirty="0">
                <a:solidFill>
                  <a:srgbClr val="FFFFFF"/>
                </a:solidFill>
                <a:latin typeface="Trebuchet MS"/>
                <a:cs typeface="Trebuchet MS"/>
              </a:rPr>
              <a:t> </a:t>
            </a:r>
            <a:r>
              <a:rPr sz="1800" spc="135" dirty="0">
                <a:solidFill>
                  <a:srgbClr val="FFFFFF"/>
                </a:solidFill>
                <a:latin typeface="Trebuchet MS"/>
                <a:cs typeface="Trebuchet MS"/>
              </a:rPr>
              <a:t>demonstrates</a:t>
            </a:r>
            <a:r>
              <a:rPr sz="1800" spc="380" dirty="0">
                <a:solidFill>
                  <a:srgbClr val="FFFFFF"/>
                </a:solidFill>
                <a:latin typeface="Trebuchet MS"/>
                <a:cs typeface="Trebuchet MS"/>
              </a:rPr>
              <a:t> </a:t>
            </a:r>
            <a:r>
              <a:rPr sz="1800" spc="155" dirty="0">
                <a:solidFill>
                  <a:srgbClr val="FFFFFF"/>
                </a:solidFill>
                <a:latin typeface="Trebuchet MS"/>
                <a:cs typeface="Trebuchet MS"/>
              </a:rPr>
              <a:t>how</a:t>
            </a:r>
            <a:r>
              <a:rPr sz="1800" spc="375" dirty="0">
                <a:solidFill>
                  <a:srgbClr val="FFFFFF"/>
                </a:solidFill>
                <a:latin typeface="Trebuchet MS"/>
                <a:cs typeface="Trebuchet MS"/>
              </a:rPr>
              <a:t> </a:t>
            </a:r>
            <a:r>
              <a:rPr sz="1800" spc="150" dirty="0">
                <a:solidFill>
                  <a:srgbClr val="FFFFFF"/>
                </a:solidFill>
                <a:latin typeface="Trebuchet MS"/>
                <a:cs typeface="Trebuchet MS"/>
              </a:rPr>
              <a:t>business</a:t>
            </a:r>
            <a:r>
              <a:rPr sz="1800" spc="380" dirty="0">
                <a:solidFill>
                  <a:srgbClr val="FFFFFF"/>
                </a:solidFill>
                <a:latin typeface="Trebuchet MS"/>
                <a:cs typeface="Trebuchet MS"/>
              </a:rPr>
              <a:t> </a:t>
            </a:r>
            <a:r>
              <a:rPr sz="1800" spc="70" dirty="0">
                <a:solidFill>
                  <a:srgbClr val="FFFFFF"/>
                </a:solidFill>
                <a:latin typeface="Trebuchet MS"/>
                <a:cs typeface="Trebuchet MS"/>
              </a:rPr>
              <a:t>intelligence</a:t>
            </a:r>
            <a:r>
              <a:rPr sz="1800" spc="380" dirty="0">
                <a:solidFill>
                  <a:srgbClr val="FFFFFF"/>
                </a:solidFill>
                <a:latin typeface="Trebuchet MS"/>
                <a:cs typeface="Trebuchet MS"/>
              </a:rPr>
              <a:t> </a:t>
            </a:r>
            <a:r>
              <a:rPr sz="1800" spc="85" dirty="0">
                <a:solidFill>
                  <a:srgbClr val="FFFFFF"/>
                </a:solidFill>
                <a:latin typeface="Trebuchet MS"/>
                <a:cs typeface="Trebuchet MS"/>
              </a:rPr>
              <a:t>tools</a:t>
            </a:r>
            <a:r>
              <a:rPr sz="1800" spc="380" dirty="0">
                <a:solidFill>
                  <a:srgbClr val="FFFFFF"/>
                </a:solidFill>
                <a:latin typeface="Trebuchet MS"/>
                <a:cs typeface="Trebuchet MS"/>
              </a:rPr>
              <a:t> </a:t>
            </a:r>
            <a:r>
              <a:rPr sz="1800" spc="180" dirty="0">
                <a:solidFill>
                  <a:srgbClr val="FFFFFF"/>
                </a:solidFill>
                <a:latin typeface="Trebuchet MS"/>
                <a:cs typeface="Trebuchet MS"/>
              </a:rPr>
              <a:t>can </a:t>
            </a:r>
            <a:r>
              <a:rPr sz="1800" spc="105" dirty="0">
                <a:solidFill>
                  <a:srgbClr val="FFFFFF"/>
                </a:solidFill>
                <a:latin typeface="Trebuchet MS"/>
                <a:cs typeface="Trebuchet MS"/>
              </a:rPr>
              <a:t>transform</a:t>
            </a:r>
            <a:r>
              <a:rPr sz="1800" spc="-50" dirty="0">
                <a:solidFill>
                  <a:srgbClr val="FFFFFF"/>
                </a:solidFill>
                <a:latin typeface="Trebuchet MS"/>
                <a:cs typeface="Trebuchet MS"/>
              </a:rPr>
              <a:t> </a:t>
            </a:r>
            <a:r>
              <a:rPr sz="1800" spc="120" dirty="0">
                <a:solidFill>
                  <a:srgbClr val="FFFFFF"/>
                </a:solidFill>
                <a:latin typeface="Trebuchet MS"/>
                <a:cs typeface="Trebuchet MS"/>
              </a:rPr>
              <a:t>raw</a:t>
            </a:r>
            <a:r>
              <a:rPr sz="1800" spc="-45" dirty="0">
                <a:solidFill>
                  <a:srgbClr val="FFFFFF"/>
                </a:solidFill>
                <a:latin typeface="Trebuchet MS"/>
                <a:cs typeface="Trebuchet MS"/>
              </a:rPr>
              <a:t> </a:t>
            </a:r>
            <a:r>
              <a:rPr sz="1800" spc="165" dirty="0">
                <a:solidFill>
                  <a:srgbClr val="FFFFFF"/>
                </a:solidFill>
                <a:latin typeface="Trebuchet MS"/>
                <a:cs typeface="Trebuchet MS"/>
              </a:rPr>
              <a:t>data</a:t>
            </a:r>
            <a:r>
              <a:rPr sz="1800" spc="-45" dirty="0">
                <a:solidFill>
                  <a:srgbClr val="FFFFFF"/>
                </a:solidFill>
                <a:latin typeface="Trebuchet MS"/>
                <a:cs typeface="Trebuchet MS"/>
              </a:rPr>
              <a:t> </a:t>
            </a:r>
            <a:r>
              <a:rPr sz="1800" spc="50" dirty="0">
                <a:solidFill>
                  <a:srgbClr val="FFFFFF"/>
                </a:solidFill>
                <a:latin typeface="Trebuchet MS"/>
                <a:cs typeface="Trebuchet MS"/>
              </a:rPr>
              <a:t>into</a:t>
            </a:r>
            <a:r>
              <a:rPr sz="1800" spc="-45" dirty="0">
                <a:solidFill>
                  <a:srgbClr val="FFFFFF"/>
                </a:solidFill>
                <a:latin typeface="Trebuchet MS"/>
                <a:cs typeface="Trebuchet MS"/>
              </a:rPr>
              <a:t> </a:t>
            </a:r>
            <a:r>
              <a:rPr sz="1800" spc="130" dirty="0">
                <a:solidFill>
                  <a:srgbClr val="FFFFFF"/>
                </a:solidFill>
                <a:latin typeface="Trebuchet MS"/>
                <a:cs typeface="Trebuchet MS"/>
              </a:rPr>
              <a:t>meaningful</a:t>
            </a:r>
            <a:r>
              <a:rPr sz="1800" spc="-50" dirty="0">
                <a:solidFill>
                  <a:srgbClr val="FFFFFF"/>
                </a:solidFill>
                <a:latin typeface="Trebuchet MS"/>
                <a:cs typeface="Trebuchet MS"/>
              </a:rPr>
              <a:t> </a:t>
            </a:r>
            <a:r>
              <a:rPr sz="1800" spc="105" dirty="0">
                <a:solidFill>
                  <a:srgbClr val="FFFFFF"/>
                </a:solidFill>
                <a:latin typeface="Trebuchet MS"/>
                <a:cs typeface="Trebuchet MS"/>
              </a:rPr>
              <a:t>insights</a:t>
            </a:r>
            <a:r>
              <a:rPr sz="1800" spc="-45" dirty="0">
                <a:solidFill>
                  <a:srgbClr val="FFFFFF"/>
                </a:solidFill>
                <a:latin typeface="Trebuchet MS"/>
                <a:cs typeface="Trebuchet MS"/>
              </a:rPr>
              <a:t> </a:t>
            </a:r>
            <a:r>
              <a:rPr sz="1800" dirty="0">
                <a:solidFill>
                  <a:srgbClr val="FFFFFF"/>
                </a:solidFill>
                <a:latin typeface="Trebuchet MS"/>
                <a:cs typeface="Trebuchet MS"/>
              </a:rPr>
              <a:t>for</a:t>
            </a:r>
            <a:r>
              <a:rPr sz="1800" spc="-45" dirty="0">
                <a:solidFill>
                  <a:srgbClr val="FFFFFF"/>
                </a:solidFill>
                <a:latin typeface="Trebuchet MS"/>
                <a:cs typeface="Trebuchet MS"/>
              </a:rPr>
              <a:t> </a:t>
            </a:r>
            <a:r>
              <a:rPr sz="1800" spc="95" dirty="0">
                <a:solidFill>
                  <a:srgbClr val="FFFFFF"/>
                </a:solidFill>
                <a:latin typeface="Trebuchet MS"/>
                <a:cs typeface="Trebuchet MS"/>
              </a:rPr>
              <a:t>strategic</a:t>
            </a:r>
            <a:r>
              <a:rPr sz="1800" spc="-45" dirty="0">
                <a:solidFill>
                  <a:srgbClr val="FFFFFF"/>
                </a:solidFill>
                <a:latin typeface="Trebuchet MS"/>
                <a:cs typeface="Trebuchet MS"/>
              </a:rPr>
              <a:t> </a:t>
            </a:r>
            <a:r>
              <a:rPr sz="1800" spc="80" dirty="0">
                <a:solidFill>
                  <a:srgbClr val="FFFFFF"/>
                </a:solidFill>
                <a:latin typeface="Trebuchet MS"/>
                <a:cs typeface="Trebuchet MS"/>
              </a:rPr>
              <a:t>planning.</a:t>
            </a:r>
            <a:endParaRPr sz="1800">
              <a:latin typeface="Trebuchet MS"/>
              <a:cs typeface="Trebuchet MS"/>
            </a:endParaRPr>
          </a:p>
        </p:txBody>
      </p:sp>
      <p:grpSp>
        <p:nvGrpSpPr>
          <p:cNvPr id="7" name="object 7"/>
          <p:cNvGrpSpPr/>
          <p:nvPr/>
        </p:nvGrpSpPr>
        <p:grpSpPr>
          <a:xfrm>
            <a:off x="0" y="0"/>
            <a:ext cx="18288000" cy="9382760"/>
            <a:chOff x="0" y="0"/>
            <a:chExt cx="18288000" cy="9382760"/>
          </a:xfrm>
        </p:grpSpPr>
        <p:sp>
          <p:nvSpPr>
            <p:cNvPr id="8" name="object 8"/>
            <p:cNvSpPr/>
            <p:nvPr/>
          </p:nvSpPr>
          <p:spPr>
            <a:xfrm>
              <a:off x="8535462" y="0"/>
              <a:ext cx="9752965" cy="763905"/>
            </a:xfrm>
            <a:custGeom>
              <a:avLst/>
              <a:gdLst/>
              <a:ahLst/>
              <a:cxnLst/>
              <a:rect l="l" t="t" r="r" b="b"/>
              <a:pathLst>
                <a:path w="9752965" h="763905">
                  <a:moveTo>
                    <a:pt x="7102921" y="763542"/>
                  </a:moveTo>
                  <a:lnTo>
                    <a:pt x="3410352" y="763542"/>
                  </a:lnTo>
                  <a:lnTo>
                    <a:pt x="2969566" y="0"/>
                  </a:lnTo>
                  <a:lnTo>
                    <a:pt x="3029513" y="0"/>
                  </a:lnTo>
                  <a:lnTo>
                    <a:pt x="3440522" y="712002"/>
                  </a:lnTo>
                  <a:lnTo>
                    <a:pt x="7154445" y="712002"/>
                  </a:lnTo>
                  <a:lnTo>
                    <a:pt x="7102921" y="763542"/>
                  </a:lnTo>
                  <a:close/>
                </a:path>
                <a:path w="9752965" h="763905">
                  <a:moveTo>
                    <a:pt x="5940540" y="265422"/>
                  </a:moveTo>
                  <a:lnTo>
                    <a:pt x="4377816" y="265422"/>
                  </a:lnTo>
                  <a:lnTo>
                    <a:pt x="4224758" y="0"/>
                  </a:lnTo>
                  <a:lnTo>
                    <a:pt x="4284651" y="0"/>
                  </a:lnTo>
                  <a:lnTo>
                    <a:pt x="4407647" y="212863"/>
                  </a:lnTo>
                  <a:lnTo>
                    <a:pt x="5993084" y="212863"/>
                  </a:lnTo>
                  <a:lnTo>
                    <a:pt x="5940540" y="265422"/>
                  </a:lnTo>
                  <a:close/>
                </a:path>
                <a:path w="9752965" h="763905">
                  <a:moveTo>
                    <a:pt x="5993084" y="212863"/>
                  </a:moveTo>
                  <a:lnTo>
                    <a:pt x="5919184" y="212863"/>
                  </a:lnTo>
                  <a:lnTo>
                    <a:pt x="6131984" y="0"/>
                  </a:lnTo>
                  <a:lnTo>
                    <a:pt x="6205883" y="0"/>
                  </a:lnTo>
                  <a:lnTo>
                    <a:pt x="5993084" y="212863"/>
                  </a:lnTo>
                  <a:close/>
                </a:path>
                <a:path w="9752965" h="763905">
                  <a:moveTo>
                    <a:pt x="7154445" y="712002"/>
                  </a:moveTo>
                  <a:lnTo>
                    <a:pt x="7081227" y="712002"/>
                  </a:lnTo>
                  <a:lnTo>
                    <a:pt x="7591739" y="201335"/>
                  </a:lnTo>
                  <a:lnTo>
                    <a:pt x="9752536" y="201335"/>
                  </a:lnTo>
                  <a:lnTo>
                    <a:pt x="9752536" y="252875"/>
                  </a:lnTo>
                  <a:lnTo>
                    <a:pt x="7613433" y="252875"/>
                  </a:lnTo>
                  <a:lnTo>
                    <a:pt x="7154445" y="712002"/>
                  </a:lnTo>
                  <a:close/>
                </a:path>
                <a:path w="9752965" h="763905">
                  <a:moveTo>
                    <a:pt x="7886657" y="697760"/>
                  </a:moveTo>
                  <a:lnTo>
                    <a:pt x="7475806" y="697760"/>
                  </a:lnTo>
                  <a:lnTo>
                    <a:pt x="7791402" y="382069"/>
                  </a:lnTo>
                  <a:lnTo>
                    <a:pt x="8202252" y="382069"/>
                  </a:lnTo>
                  <a:lnTo>
                    <a:pt x="7886657" y="697760"/>
                  </a:lnTo>
                  <a:close/>
                </a:path>
                <a:path w="9752965" h="763905">
                  <a:moveTo>
                    <a:pt x="8272422" y="697760"/>
                  </a:moveTo>
                  <a:lnTo>
                    <a:pt x="8007336" y="697760"/>
                  </a:lnTo>
                  <a:lnTo>
                    <a:pt x="8322931" y="382069"/>
                  </a:lnTo>
                  <a:lnTo>
                    <a:pt x="8588018" y="382069"/>
                  </a:lnTo>
                  <a:lnTo>
                    <a:pt x="8272422" y="697760"/>
                  </a:lnTo>
                  <a:close/>
                </a:path>
                <a:path w="9752965" h="763905">
                  <a:moveTo>
                    <a:pt x="8657511" y="697760"/>
                  </a:moveTo>
                  <a:lnTo>
                    <a:pt x="8392424" y="697760"/>
                  </a:lnTo>
                  <a:lnTo>
                    <a:pt x="8708019" y="382069"/>
                  </a:lnTo>
                  <a:lnTo>
                    <a:pt x="8973106" y="382069"/>
                  </a:lnTo>
                  <a:lnTo>
                    <a:pt x="8657511" y="697760"/>
                  </a:lnTo>
                  <a:close/>
                </a:path>
                <a:path w="9752965" h="763905">
                  <a:moveTo>
                    <a:pt x="9188361" y="697760"/>
                  </a:moveTo>
                  <a:lnTo>
                    <a:pt x="8777511" y="697760"/>
                  </a:lnTo>
                  <a:lnTo>
                    <a:pt x="9093107" y="382069"/>
                  </a:lnTo>
                  <a:lnTo>
                    <a:pt x="9503957" y="382069"/>
                  </a:lnTo>
                  <a:lnTo>
                    <a:pt x="9188361" y="697760"/>
                  </a:lnTo>
                  <a:close/>
                </a:path>
                <a:path w="9752965" h="763905">
                  <a:moveTo>
                    <a:pt x="62869" y="28738"/>
                  </a:moveTo>
                  <a:lnTo>
                    <a:pt x="29643" y="22015"/>
                  </a:lnTo>
                  <a:lnTo>
                    <a:pt x="2487" y="3688"/>
                  </a:lnTo>
                  <a:lnTo>
                    <a:pt x="0" y="0"/>
                  </a:lnTo>
                  <a:lnTo>
                    <a:pt x="125376" y="0"/>
                  </a:lnTo>
                  <a:lnTo>
                    <a:pt x="113717" y="11868"/>
                  </a:lnTo>
                  <a:lnTo>
                    <a:pt x="90073" y="24277"/>
                  </a:lnTo>
                  <a:lnTo>
                    <a:pt x="62869" y="28738"/>
                  </a:lnTo>
                  <a:close/>
                </a:path>
              </a:pathLst>
            </a:custGeom>
            <a:solidFill>
              <a:srgbClr val="0FD3F9"/>
            </a:solidFill>
          </p:spPr>
          <p:txBody>
            <a:bodyPr wrap="square" lIns="0" tIns="0" rIns="0" bIns="0" rtlCol="0"/>
            <a:lstStyle/>
            <a:p>
              <a:endParaRPr/>
            </a:p>
          </p:txBody>
        </p:sp>
        <p:sp>
          <p:nvSpPr>
            <p:cNvPr id="9" name="object 9"/>
            <p:cNvSpPr/>
            <p:nvPr/>
          </p:nvSpPr>
          <p:spPr>
            <a:xfrm>
              <a:off x="0" y="9226566"/>
              <a:ext cx="14394180" cy="46355"/>
            </a:xfrm>
            <a:custGeom>
              <a:avLst/>
              <a:gdLst/>
              <a:ahLst/>
              <a:cxnLst/>
              <a:rect l="l" t="t" r="r" b="b"/>
              <a:pathLst>
                <a:path w="14394180" h="46354">
                  <a:moveTo>
                    <a:pt x="14394115" y="46020"/>
                  </a:moveTo>
                  <a:lnTo>
                    <a:pt x="0" y="28575"/>
                  </a:lnTo>
                  <a:lnTo>
                    <a:pt x="0" y="0"/>
                  </a:lnTo>
                  <a:lnTo>
                    <a:pt x="14394150" y="17445"/>
                  </a:lnTo>
                  <a:lnTo>
                    <a:pt x="14394115" y="46020"/>
                  </a:lnTo>
                  <a:close/>
                </a:path>
              </a:pathLst>
            </a:custGeom>
            <a:solidFill>
              <a:srgbClr val="64DAFF"/>
            </a:solidFill>
          </p:spPr>
          <p:txBody>
            <a:bodyPr wrap="square" lIns="0" tIns="0" rIns="0" bIns="0" rtlCol="0"/>
            <a:lstStyle/>
            <a:p>
              <a:endParaRPr/>
            </a:p>
          </p:txBody>
        </p:sp>
        <p:sp>
          <p:nvSpPr>
            <p:cNvPr id="10" name="object 10"/>
            <p:cNvSpPr/>
            <p:nvPr/>
          </p:nvSpPr>
          <p:spPr>
            <a:xfrm>
              <a:off x="14251133" y="9096248"/>
              <a:ext cx="286385" cy="286385"/>
            </a:xfrm>
            <a:custGeom>
              <a:avLst/>
              <a:gdLst/>
              <a:ahLst/>
              <a:cxnLst/>
              <a:rect l="l" t="t" r="r" b="b"/>
              <a:pathLst>
                <a:path w="286384" h="286384">
                  <a:moveTo>
                    <a:pt x="143000" y="286001"/>
                  </a:moveTo>
                  <a:lnTo>
                    <a:pt x="97800" y="278711"/>
                  </a:lnTo>
                  <a:lnTo>
                    <a:pt x="58545" y="258410"/>
                  </a:lnTo>
                  <a:lnTo>
                    <a:pt x="27590" y="227455"/>
                  </a:lnTo>
                  <a:lnTo>
                    <a:pt x="7290" y="188200"/>
                  </a:lnTo>
                  <a:lnTo>
                    <a:pt x="0" y="143000"/>
                  </a:lnTo>
                  <a:lnTo>
                    <a:pt x="7290" y="97801"/>
                  </a:lnTo>
                  <a:lnTo>
                    <a:pt x="27590" y="58546"/>
                  </a:lnTo>
                  <a:lnTo>
                    <a:pt x="58545" y="27590"/>
                  </a:lnTo>
                  <a:lnTo>
                    <a:pt x="97800" y="7290"/>
                  </a:lnTo>
                  <a:lnTo>
                    <a:pt x="143000" y="0"/>
                  </a:lnTo>
                  <a:lnTo>
                    <a:pt x="188199" y="7290"/>
                  </a:lnTo>
                  <a:lnTo>
                    <a:pt x="227454" y="27590"/>
                  </a:lnTo>
                  <a:lnTo>
                    <a:pt x="258410" y="58546"/>
                  </a:lnTo>
                  <a:lnTo>
                    <a:pt x="278711" y="97801"/>
                  </a:lnTo>
                  <a:lnTo>
                    <a:pt x="286001" y="143000"/>
                  </a:lnTo>
                  <a:lnTo>
                    <a:pt x="278711" y="188200"/>
                  </a:lnTo>
                  <a:lnTo>
                    <a:pt x="258410" y="227455"/>
                  </a:lnTo>
                  <a:lnTo>
                    <a:pt x="227454" y="258410"/>
                  </a:lnTo>
                  <a:lnTo>
                    <a:pt x="188199" y="278711"/>
                  </a:lnTo>
                  <a:lnTo>
                    <a:pt x="143000" y="286001"/>
                  </a:lnTo>
                  <a:close/>
                </a:path>
              </a:pathLst>
            </a:custGeom>
            <a:solidFill>
              <a:srgbClr val="64DAFF"/>
            </a:solidFill>
          </p:spPr>
          <p:txBody>
            <a:bodyPr wrap="square" lIns="0" tIns="0" rIns="0" bIns="0" rtlCol="0"/>
            <a:lstStyle/>
            <a:p>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10112" y="4699888"/>
            <a:ext cx="6268085" cy="1405255"/>
          </a:xfrm>
          <a:prstGeom prst="rect">
            <a:avLst/>
          </a:prstGeom>
        </p:spPr>
        <p:txBody>
          <a:bodyPr vert="horz" wrap="square" lIns="0" tIns="12700" rIns="0" bIns="0" rtlCol="0">
            <a:spAutoFit/>
          </a:bodyPr>
          <a:lstStyle/>
          <a:p>
            <a:pPr marL="12700">
              <a:lnSpc>
                <a:spcPct val="100000"/>
              </a:lnSpc>
              <a:spcBef>
                <a:spcPts val="100"/>
              </a:spcBef>
            </a:pPr>
            <a:r>
              <a:rPr sz="9050" spc="505" dirty="0"/>
              <a:t>Thank</a:t>
            </a:r>
            <a:r>
              <a:rPr sz="9050" spc="-600" dirty="0"/>
              <a:t> </a:t>
            </a:r>
            <a:r>
              <a:rPr sz="9050" spc="225" dirty="0"/>
              <a:t>You</a:t>
            </a:r>
            <a:endParaRPr sz="9050"/>
          </a:p>
        </p:txBody>
      </p:sp>
      <p:sp>
        <p:nvSpPr>
          <p:cNvPr id="3" name="object 3"/>
          <p:cNvSpPr/>
          <p:nvPr/>
        </p:nvSpPr>
        <p:spPr>
          <a:xfrm>
            <a:off x="8535462" y="0"/>
            <a:ext cx="9752965" cy="763905"/>
          </a:xfrm>
          <a:custGeom>
            <a:avLst/>
            <a:gdLst/>
            <a:ahLst/>
            <a:cxnLst/>
            <a:rect l="l" t="t" r="r" b="b"/>
            <a:pathLst>
              <a:path w="9752965" h="763905">
                <a:moveTo>
                  <a:pt x="7102921" y="763542"/>
                </a:moveTo>
                <a:lnTo>
                  <a:pt x="3410352" y="763542"/>
                </a:lnTo>
                <a:lnTo>
                  <a:pt x="2969566" y="0"/>
                </a:lnTo>
                <a:lnTo>
                  <a:pt x="3029513" y="0"/>
                </a:lnTo>
                <a:lnTo>
                  <a:pt x="3440522" y="712002"/>
                </a:lnTo>
                <a:lnTo>
                  <a:pt x="7154445" y="712002"/>
                </a:lnTo>
                <a:lnTo>
                  <a:pt x="7102921" y="763542"/>
                </a:lnTo>
                <a:close/>
              </a:path>
              <a:path w="9752965" h="763905">
                <a:moveTo>
                  <a:pt x="5940540" y="265422"/>
                </a:moveTo>
                <a:lnTo>
                  <a:pt x="4377816" y="265422"/>
                </a:lnTo>
                <a:lnTo>
                  <a:pt x="4224758" y="0"/>
                </a:lnTo>
                <a:lnTo>
                  <a:pt x="4284651" y="0"/>
                </a:lnTo>
                <a:lnTo>
                  <a:pt x="4407647" y="212863"/>
                </a:lnTo>
                <a:lnTo>
                  <a:pt x="5993084" y="212863"/>
                </a:lnTo>
                <a:lnTo>
                  <a:pt x="5940540" y="265422"/>
                </a:lnTo>
                <a:close/>
              </a:path>
              <a:path w="9752965" h="763905">
                <a:moveTo>
                  <a:pt x="5993084" y="212863"/>
                </a:moveTo>
                <a:lnTo>
                  <a:pt x="5919184" y="212863"/>
                </a:lnTo>
                <a:lnTo>
                  <a:pt x="6131984" y="0"/>
                </a:lnTo>
                <a:lnTo>
                  <a:pt x="6205883" y="0"/>
                </a:lnTo>
                <a:lnTo>
                  <a:pt x="5993084" y="212863"/>
                </a:lnTo>
                <a:close/>
              </a:path>
              <a:path w="9752965" h="763905">
                <a:moveTo>
                  <a:pt x="7154445" y="712002"/>
                </a:moveTo>
                <a:lnTo>
                  <a:pt x="7081227" y="712002"/>
                </a:lnTo>
                <a:lnTo>
                  <a:pt x="7591739" y="201335"/>
                </a:lnTo>
                <a:lnTo>
                  <a:pt x="9752536" y="201335"/>
                </a:lnTo>
                <a:lnTo>
                  <a:pt x="9752536" y="252875"/>
                </a:lnTo>
                <a:lnTo>
                  <a:pt x="7613433" y="252875"/>
                </a:lnTo>
                <a:lnTo>
                  <a:pt x="7154445" y="712002"/>
                </a:lnTo>
                <a:close/>
              </a:path>
              <a:path w="9752965" h="763905">
                <a:moveTo>
                  <a:pt x="7886657" y="697760"/>
                </a:moveTo>
                <a:lnTo>
                  <a:pt x="7475806" y="697760"/>
                </a:lnTo>
                <a:lnTo>
                  <a:pt x="7791402" y="382069"/>
                </a:lnTo>
                <a:lnTo>
                  <a:pt x="8202252" y="382069"/>
                </a:lnTo>
                <a:lnTo>
                  <a:pt x="7886657" y="697760"/>
                </a:lnTo>
                <a:close/>
              </a:path>
              <a:path w="9752965" h="763905">
                <a:moveTo>
                  <a:pt x="8272422" y="697760"/>
                </a:moveTo>
                <a:lnTo>
                  <a:pt x="8007336" y="697760"/>
                </a:lnTo>
                <a:lnTo>
                  <a:pt x="8322931" y="382069"/>
                </a:lnTo>
                <a:lnTo>
                  <a:pt x="8588018" y="382069"/>
                </a:lnTo>
                <a:lnTo>
                  <a:pt x="8272422" y="697760"/>
                </a:lnTo>
                <a:close/>
              </a:path>
              <a:path w="9752965" h="763905">
                <a:moveTo>
                  <a:pt x="8657511" y="697760"/>
                </a:moveTo>
                <a:lnTo>
                  <a:pt x="8392424" y="697760"/>
                </a:lnTo>
                <a:lnTo>
                  <a:pt x="8708019" y="382069"/>
                </a:lnTo>
                <a:lnTo>
                  <a:pt x="8973106" y="382069"/>
                </a:lnTo>
                <a:lnTo>
                  <a:pt x="8657511" y="697760"/>
                </a:lnTo>
                <a:close/>
              </a:path>
              <a:path w="9752965" h="763905">
                <a:moveTo>
                  <a:pt x="9188361" y="697760"/>
                </a:moveTo>
                <a:lnTo>
                  <a:pt x="8777511" y="697760"/>
                </a:lnTo>
                <a:lnTo>
                  <a:pt x="9093107" y="382069"/>
                </a:lnTo>
                <a:lnTo>
                  <a:pt x="9503957" y="382069"/>
                </a:lnTo>
                <a:lnTo>
                  <a:pt x="9188361" y="697760"/>
                </a:lnTo>
                <a:close/>
              </a:path>
              <a:path w="9752965" h="763905">
                <a:moveTo>
                  <a:pt x="62869" y="28738"/>
                </a:moveTo>
                <a:lnTo>
                  <a:pt x="29643" y="22015"/>
                </a:lnTo>
                <a:lnTo>
                  <a:pt x="2487" y="3688"/>
                </a:lnTo>
                <a:lnTo>
                  <a:pt x="0" y="0"/>
                </a:lnTo>
                <a:lnTo>
                  <a:pt x="125376" y="0"/>
                </a:lnTo>
                <a:lnTo>
                  <a:pt x="113717" y="11868"/>
                </a:lnTo>
                <a:lnTo>
                  <a:pt x="90073" y="24277"/>
                </a:lnTo>
                <a:lnTo>
                  <a:pt x="62869" y="28738"/>
                </a:lnTo>
                <a:close/>
              </a:path>
            </a:pathLst>
          </a:custGeom>
          <a:solidFill>
            <a:srgbClr val="0FD3F9"/>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TotalTime>
  <Words>1491</Words>
  <Application>Microsoft Office PowerPoint</Application>
  <PresentationFormat>Custom</PresentationFormat>
  <Paragraphs>146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Segoe UI Symbol</vt:lpstr>
      <vt:lpstr>Trebuchet MS</vt:lpstr>
      <vt:lpstr>Verdana</vt:lpstr>
      <vt:lpstr>Office Theme</vt:lpstr>
      <vt:lpstr>Customer Data Analysis</vt:lpstr>
      <vt:lpstr>Project Overview This project analyzes customer data for shopping using Power BI to identify purchasing behavior, customer demographics, and sales trends. The project involves data cleaning, transformation,  visualization,  and  dashboard  development  to  generate  meaningful business insights and support data-driven decision-making.</vt:lpstr>
      <vt:lpstr>Dataset Overview</vt:lpstr>
      <vt:lpstr>Data Preparation</vt:lpstr>
      <vt:lpstr>Customer Purchase Analysis Observation</vt:lpstr>
      <vt:lpstr>Interactive Dashboard Analysis</vt:lpstr>
      <vt:lpstr>Gender Analysis</vt:lpstr>
      <vt:lpstr>Sales Performance Analysis</vt:lpstr>
      <vt:lpstr>PowerPoint Presentation</vt:lpstr>
      <vt:lpstr>PowerPoint Presentation</vt:lpstr>
      <vt:lpstr>Key Business Insights</vt:lpstr>
      <vt:lpstr>Strategic Recommendations Based on the data analysis findings, the following strategic actions are recommended to improve business performance and customer satisfaction: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PowerBi</dc:title>
  <dc:creator>Harsh Raj Singh</dc:creator>
  <cp:keywords>DAHQFq1AxVo,BAFd5Z2zK8g</cp:keywords>
  <cp:lastModifiedBy>Harsh Raj Singh</cp:lastModifiedBy>
  <cp:revision>1</cp:revision>
  <dcterms:created xsi:type="dcterms:W3CDTF">2026-07-22T12:19:20Z</dcterms:created>
  <dcterms:modified xsi:type="dcterms:W3CDTF">2026-07-22T13:32:24Z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2026-07-22T00:00:00Z</vt:filetime>
  </property>
  <property fmtid="{D5CDD505-2E9C-101B-9397-08002B2CF9AE}" pid="4" name="Creator">
    <vt:lpwstr>Canva</vt:lpwstr>
  </property>
  <property fmtid="{D5CDD505-2E9C-101B-9397-08002B2CF9AE}" pid="5" name="LastSaved">
    <vt:filetime>2026-07-22T00:00:00Z</vt:filetime>
  </property>
  <property fmtid="{D5CDD505-2E9C-101B-9397-08002B2CF9AE}" pid="6" name="Producer">
    <vt:lpwstr>Canva</vt:lpwstr>
  </property>
  <property fmtid="{D5CDD505-2E9C-101B-9397-08002B2CF9AE}" pid="7" name="containsAiGeneratedContent">
    <vt:lpwstr>Yes</vt:lpwstr>
  </property>
</Properties>
</file>